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7" r:id="rId3"/>
    <p:sldId id="269" r:id="rId4"/>
    <p:sldId id="270" r:id="rId5"/>
    <p:sldId id="272" r:id="rId6"/>
    <p:sldId id="273" r:id="rId7"/>
    <p:sldId id="274" r:id="rId8"/>
    <p:sldId id="275" r:id="rId9"/>
    <p:sldId id="276" r:id="rId10"/>
    <p:sldId id="277" r:id="rId11"/>
    <p:sldId id="266" r:id="rId12"/>
    <p:sldId id="281" r:id="rId13"/>
    <p:sldId id="282" r:id="rId14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885E4-E160-497A-84D4-FE300E1E4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94BACC-0D9F-4370-8269-D396CF424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8326AD-1363-49B4-897C-50A038C4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08A2B6-BB32-4133-9BEE-95FCCF56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5BFE49-2D0B-41B6-BBEB-1FA77F54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437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29A4A-0516-436B-A6F6-51803756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1BC724-5537-4074-8503-E582D1F38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ADB0BD-7B11-453F-8704-CE606706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F42F35-F7E4-443C-8FDD-E5BD904E0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954449-213A-4F33-A302-492E0216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67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1CA89A-B624-4A9F-A20B-00C8BA51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A3E1E6-1E02-49D1-B8B4-5E6746EAC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18C825-2E84-4AA6-B5CA-9E5F4516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30E5F4-7C17-4CF8-967D-E4E1A6F5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19ADB4-F5EF-4BB0-9BF5-FCF97B4E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25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026871-E727-401A-8338-6DDE5242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13C8F7-DAF9-44DB-AAF3-E66BF46AA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C0BBEC-11ED-404A-8341-2E17CEE7A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A88CD6-862D-49A3-B919-462B0ABF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5BAB5C-F7D6-40B9-87FD-37987D1C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C28A29-E89C-4485-84A3-F8FD42B1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24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3FF43A-1B05-4933-8CCA-F262DCE6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3ADEFB-407C-4B79-8E6C-C1A03E97B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DF75E-D600-4A46-B7EA-EB358FA9F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D86E92-2974-4D65-8954-45119715B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E902D5-AECC-4718-B26D-FC86E3A67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5B5DF98-AABA-470E-99D0-53B3A941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1915088-EC36-48C6-ADF7-BFEFDCA0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A9043D9-3C9C-4671-8E01-6738FF2D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02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C2BE8-7A1A-49F3-A652-49DD8897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122530B-53AC-401F-B065-7A0222E3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5205F14-391C-4EA2-B288-ED607FFD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FA67E7-644C-42C7-86A4-E8C69D78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31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710AE90-5985-4855-BFBC-30E213E5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C151F31-43D6-47A2-8DC9-677580FB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B58EFD-19F8-46C5-B1E7-51E12864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994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1FCB2D-8487-475A-AC14-A6592ACE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630206-B315-49D7-8C7B-6EEA7B66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9F3234-F348-447B-BFF0-EC3805A2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CDD33E-9F7D-4A62-A59F-6EADF9AE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F0F59C-F25D-43E2-8B82-F8AA47F9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381DB-31D0-448C-9190-3A3DDCF5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39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1B590-739D-4CE0-9F36-9E294491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3169445-948E-4353-A6D7-D4967B65B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00CAD7B-85B8-4C9B-BC9E-34BC2C0DB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93143B-F034-4BB1-A360-55436F37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3C102-32B7-4B9A-A1B3-D48DD25A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DC8A0C-5712-4865-9816-BFF83022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58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967AA-570F-4ADD-9C20-FBFA3AB1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66CF8B6-439B-4B78-98EC-6EDD5B0CA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D891E7-DFA1-44FE-A19E-847B51CE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8D82C7-DAA6-4F2F-B0E1-5CB3AC3C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4E41BE-33CA-4A56-ACFE-FEC86E14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29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9A3313E-B8C1-4C72-B7FD-357A55E77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ABC7B5B-0AC0-49FC-BE67-06CF2943B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058B23-410D-4F56-BF43-E22B4AD7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7CABFF-69A6-408D-894B-C0F4229B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398CCD-5812-484B-A64D-B8FFC677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850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E17FC53-A1C1-45F4-A8DA-34E9447E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CC09A1-C138-4649-A600-0C304037B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562A2C-91C5-413F-96C5-2070CB05B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062B-C86C-413F-890C-BC8A82DFA8ED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CE0F3F-BAEB-41A4-9A68-2E53F8CCE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A2B06A-876E-46BF-872C-C0903A837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A7CA7-17FF-49AB-B81B-30FFB7C6F5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15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2EBB3A3-59D7-B9CB-2E95-A93354B83EEE}"/>
              </a:ext>
            </a:extLst>
          </p:cNvPr>
          <p:cNvSpPr/>
          <p:nvPr/>
        </p:nvSpPr>
        <p:spPr>
          <a:xfrm rot="7700284">
            <a:off x="4127848" y="2404235"/>
            <a:ext cx="441995" cy="28679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90160E-4BF7-DFBB-A792-7B6C6BFDCAF2}"/>
              </a:ext>
            </a:extLst>
          </p:cNvPr>
          <p:cNvSpPr/>
          <p:nvPr/>
        </p:nvSpPr>
        <p:spPr>
          <a:xfrm>
            <a:off x="2981676" y="2827623"/>
            <a:ext cx="441995" cy="22531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A9F2CF-A0FA-F488-63EC-3B04A02F020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31D916D-9642-86A0-DF69-82952AD42784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06A9F3-A84B-ADB1-E360-A5B3BF560C63}"/>
              </a:ext>
            </a:extLst>
          </p:cNvPr>
          <p:cNvSpPr/>
          <p:nvPr/>
        </p:nvSpPr>
        <p:spPr>
          <a:xfrm rot="5691631">
            <a:off x="6803853" y="4159329"/>
            <a:ext cx="474837" cy="1475301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橢圓 16">
            <a:extLst>
              <a:ext uri="{FF2B5EF4-FFF2-40B4-BE49-F238E27FC236}">
                <a16:creationId xmlns:a16="http://schemas.microsoft.com/office/drawing/2014/main" id="{8E7E5FA0-81CA-C805-C4FD-BA95B1085799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EA111A0-A63D-EC9E-2265-84B329FAEB33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CC70235-8D0B-F216-7523-A558EAC5B8D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52286" y="4748211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20042"/>
            <a:ext cx="358686" cy="358686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39" y="147467"/>
            <a:ext cx="358686" cy="35868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096" y="147467"/>
            <a:ext cx="358686" cy="35868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911" y="147467"/>
            <a:ext cx="358686" cy="358686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26810"/>
            <a:ext cx="14718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B</a:t>
            </a:r>
            <a:r>
              <a:rPr lang="zh-TW" altLang="en-US" sz="4000" dirty="0"/>
              <a:t>棟</a:t>
            </a:r>
            <a:r>
              <a:rPr lang="en-US" altLang="zh-TW" sz="4000" dirty="0"/>
              <a:t>1F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38557DAB-DDAC-EA31-4272-B72C30AAA72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701350" y="3104947"/>
            <a:ext cx="1433676" cy="2448702"/>
            <a:chOff x="6752119" y="3104947"/>
            <a:chExt cx="1433676" cy="244870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EF0E4ED-BA6B-7911-420F-9F27B1FCB52C}"/>
                </a:ext>
              </a:extLst>
            </p:cNvPr>
            <p:cNvSpPr>
              <a:spLocks/>
            </p:cNvSpPr>
            <p:nvPr/>
          </p:nvSpPr>
          <p:spPr>
            <a:xfrm>
              <a:off x="6752119" y="3104947"/>
              <a:ext cx="1433676" cy="24487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4541E7A-BEF6-4042-9E9B-553CB51B1434}"/>
                </a:ext>
              </a:extLst>
            </p:cNvPr>
            <p:cNvSpPr txBox="1">
              <a:spLocks/>
            </p:cNvSpPr>
            <p:nvPr/>
          </p:nvSpPr>
          <p:spPr>
            <a:xfrm>
              <a:off x="7222736" y="3193364"/>
              <a:ext cx="49244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政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3A05FCB-F01F-D6E0-0F44-4743165B1024}"/>
              </a:ext>
            </a:extLst>
          </p:cNvPr>
          <p:cNvSpPr>
            <a:spLocks/>
          </p:cNvSpPr>
          <p:nvPr/>
        </p:nvSpPr>
        <p:spPr>
          <a:xfrm>
            <a:off x="8988334" y="2283416"/>
            <a:ext cx="293384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15022"/>
            <a:ext cx="358686" cy="35868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A55A2F1-486C-1A36-F18E-81D93404EC7A}"/>
              </a:ext>
            </a:extLst>
          </p:cNvPr>
          <p:cNvSpPr txBox="1"/>
          <p:nvPr/>
        </p:nvSpPr>
        <p:spPr>
          <a:xfrm>
            <a:off x="3975423" y="28376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701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337F51F-C90B-24A8-1F65-883BCD16046B}"/>
              </a:ext>
            </a:extLst>
          </p:cNvPr>
          <p:cNvSpPr txBox="1"/>
          <p:nvPr/>
        </p:nvSpPr>
        <p:spPr>
          <a:xfrm>
            <a:off x="3976619" y="85406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702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1BCA4D67-1F04-F2CA-ADA5-095CC20B8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165" y="2195749"/>
            <a:ext cx="360000" cy="36000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55B782EB-9ADE-C571-717D-CEB17AFBA2F5}"/>
              </a:ext>
            </a:extLst>
          </p:cNvPr>
          <p:cNvSpPr txBox="1">
            <a:spLocks/>
          </p:cNvSpPr>
          <p:nvPr/>
        </p:nvSpPr>
        <p:spPr>
          <a:xfrm rot="3996478">
            <a:off x="4622954" y="3554043"/>
            <a:ext cx="1046440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D3E7D5D-D65C-7525-2C84-E78BCFCD7799}"/>
              </a:ext>
            </a:extLst>
          </p:cNvPr>
          <p:cNvSpPr txBox="1">
            <a:spLocks/>
          </p:cNvSpPr>
          <p:nvPr/>
        </p:nvSpPr>
        <p:spPr>
          <a:xfrm rot="239794">
            <a:off x="6610170" y="4872725"/>
            <a:ext cx="906310" cy="307777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886E7CA-EEEB-C649-EF43-AB3CD8464FAB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155FF0-E295-9271-3A43-9E108E4B2B6B}"/>
              </a:ext>
            </a:extLst>
          </p:cNvPr>
          <p:cNvSpPr>
            <a:spLocks/>
          </p:cNvSpPr>
          <p:nvPr/>
        </p:nvSpPr>
        <p:spPr>
          <a:xfrm rot="182843">
            <a:off x="7613461" y="4733707"/>
            <a:ext cx="180601" cy="4357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308D456C-641D-C198-FDF0-583CC47AF3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35" name="橢圓 34">
            <a:extLst>
              <a:ext uri="{FF2B5EF4-FFF2-40B4-BE49-F238E27FC236}">
                <a16:creationId xmlns:a16="http://schemas.microsoft.com/office/drawing/2014/main" id="{D29164D9-B75D-5A7F-3EE2-F55605B8C41C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DC86B1A1-302C-6938-AA2C-A105C206350F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8418188" y="5026613"/>
            <a:ext cx="0" cy="3387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E77D257-86D1-04B6-8C15-44745CF846DE}"/>
              </a:ext>
            </a:extLst>
          </p:cNvPr>
          <p:cNvCxnSpPr>
            <a:cxnSpLocks/>
          </p:cNvCxnSpPr>
          <p:nvPr/>
        </p:nvCxnSpPr>
        <p:spPr>
          <a:xfrm>
            <a:off x="5829340" y="4661207"/>
            <a:ext cx="2588848" cy="3456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571F57E2-24C9-C868-5833-5CF8B338FDE4}"/>
              </a:ext>
            </a:extLst>
          </p:cNvPr>
          <p:cNvCxnSpPr>
            <a:cxnSpLocks/>
          </p:cNvCxnSpPr>
          <p:nvPr/>
        </p:nvCxnSpPr>
        <p:spPr>
          <a:xfrm>
            <a:off x="4901530" y="2595671"/>
            <a:ext cx="911729" cy="2045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D946DA19-637E-AC9E-094A-95366F417B89}"/>
              </a:ext>
            </a:extLst>
          </p:cNvPr>
          <p:cNvCxnSpPr>
            <a:cxnSpLocks/>
          </p:cNvCxnSpPr>
          <p:nvPr/>
        </p:nvCxnSpPr>
        <p:spPr>
          <a:xfrm flipV="1">
            <a:off x="4665388" y="2595671"/>
            <a:ext cx="228027" cy="69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64AAAD32-6AFE-BDA8-11F7-623A44D8BBE8}"/>
              </a:ext>
            </a:extLst>
          </p:cNvPr>
          <p:cNvCxnSpPr>
            <a:cxnSpLocks/>
          </p:cNvCxnSpPr>
          <p:nvPr/>
        </p:nvCxnSpPr>
        <p:spPr>
          <a:xfrm flipV="1">
            <a:off x="4665388" y="2195749"/>
            <a:ext cx="0" cy="39992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1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1A9F2CF-A0FA-F488-63EC-3B04A02F020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31D916D-9642-86A0-DF69-82952AD42784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06A9F3-A84B-ADB1-E360-A5B3BF560C63}"/>
              </a:ext>
            </a:extLst>
          </p:cNvPr>
          <p:cNvSpPr/>
          <p:nvPr/>
        </p:nvSpPr>
        <p:spPr>
          <a:xfrm rot="5691631">
            <a:off x="6803853" y="4159329"/>
            <a:ext cx="474837" cy="1475301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橢圓 16">
            <a:extLst>
              <a:ext uri="{FF2B5EF4-FFF2-40B4-BE49-F238E27FC236}">
                <a16:creationId xmlns:a16="http://schemas.microsoft.com/office/drawing/2014/main" id="{8E7E5FA0-81CA-C805-C4FD-BA95B1085799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CC70235-8D0B-F216-7523-A558EAC5B8D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75339" y="4585080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20042"/>
            <a:ext cx="358686" cy="358686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39" y="147467"/>
            <a:ext cx="358686" cy="35868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096" y="147467"/>
            <a:ext cx="358686" cy="35868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911" y="147467"/>
            <a:ext cx="358686" cy="358686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26810"/>
            <a:ext cx="1489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A</a:t>
            </a:r>
            <a:r>
              <a:rPr lang="zh-TW" altLang="en-US" sz="4000" dirty="0"/>
              <a:t>棟</a:t>
            </a:r>
            <a:r>
              <a:rPr lang="en-US" altLang="zh-TW" sz="4000" dirty="0"/>
              <a:t>2F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38557DAB-DDAC-EA31-4272-B72C30AAA72F}"/>
              </a:ext>
            </a:extLst>
          </p:cNvPr>
          <p:cNvGrpSpPr/>
          <p:nvPr/>
        </p:nvGrpSpPr>
        <p:grpSpPr>
          <a:xfrm>
            <a:off x="7701350" y="3104947"/>
            <a:ext cx="1433676" cy="2448702"/>
            <a:chOff x="6752119" y="3104947"/>
            <a:chExt cx="1433676" cy="244870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EF0E4ED-BA6B-7911-420F-9F27B1FCB52C}"/>
                </a:ext>
              </a:extLst>
            </p:cNvPr>
            <p:cNvSpPr>
              <a:spLocks/>
            </p:cNvSpPr>
            <p:nvPr/>
          </p:nvSpPr>
          <p:spPr>
            <a:xfrm>
              <a:off x="6752119" y="3104947"/>
              <a:ext cx="1433676" cy="24487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4541E7A-BEF6-4042-9E9B-553CB51B1434}"/>
                </a:ext>
              </a:extLst>
            </p:cNvPr>
            <p:cNvSpPr txBox="1">
              <a:spLocks/>
            </p:cNvSpPr>
            <p:nvPr/>
          </p:nvSpPr>
          <p:spPr>
            <a:xfrm>
              <a:off x="7581155" y="3597914"/>
              <a:ext cx="49244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政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15022"/>
            <a:ext cx="358686" cy="35868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1BCA4D67-1F04-F2CA-ADA5-095CC20B8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13" y="2187289"/>
            <a:ext cx="360000" cy="36000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C886E7CA-EEEB-C649-EF43-AB3CD8464FAB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0E8EBC3-CB61-1917-EB87-4A2A044EFD6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918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8844913-23FC-5F1D-6314-2E4AF484477B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917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24DF892-DDEE-B586-0B3D-205CD1EC2831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916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600815A-8C69-76FA-7A00-EC6053A5E3ED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919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574E033-DA80-330C-4AA9-2825998DE2BD}"/>
              </a:ext>
            </a:extLst>
          </p:cNvPr>
          <p:cNvSpPr txBox="1">
            <a:spLocks/>
          </p:cNvSpPr>
          <p:nvPr/>
        </p:nvSpPr>
        <p:spPr>
          <a:xfrm rot="3996478">
            <a:off x="4754082" y="3523715"/>
            <a:ext cx="1046440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BE3FFAF-C119-C5FA-4DA2-392293AD96CA}"/>
              </a:ext>
            </a:extLst>
          </p:cNvPr>
          <p:cNvSpPr txBox="1">
            <a:spLocks/>
          </p:cNvSpPr>
          <p:nvPr/>
        </p:nvSpPr>
        <p:spPr>
          <a:xfrm rot="239794">
            <a:off x="6608167" y="4756946"/>
            <a:ext cx="906310" cy="307777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E82C9C-948A-91B4-A752-B76772B8FD24}"/>
              </a:ext>
            </a:extLst>
          </p:cNvPr>
          <p:cNvSpPr>
            <a:spLocks/>
          </p:cNvSpPr>
          <p:nvPr/>
        </p:nvSpPr>
        <p:spPr>
          <a:xfrm rot="182843">
            <a:off x="7613461" y="4733707"/>
            <a:ext cx="180601" cy="4357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E70917B-3939-EAD1-3FFE-87D85EF266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F3902675-8BA7-4839-01D3-D71727E8D937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758F46C3-A6E8-039C-3F13-80ADF1555BA4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834070A6-D55B-4555-EFDD-E7408CDBC58A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8418188" y="3021874"/>
            <a:ext cx="0" cy="23434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F225E488-3780-BB13-AB13-EDBFBF17EB9C}"/>
              </a:ext>
            </a:extLst>
          </p:cNvPr>
          <p:cNvCxnSpPr>
            <a:cxnSpLocks/>
          </p:cNvCxnSpPr>
          <p:nvPr/>
        </p:nvCxnSpPr>
        <p:spPr>
          <a:xfrm flipH="1">
            <a:off x="7539562" y="3037485"/>
            <a:ext cx="87862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DB753E5-DE14-7BEC-CCE2-B8C9290A86AB}"/>
              </a:ext>
            </a:extLst>
          </p:cNvPr>
          <p:cNvCxnSpPr>
            <a:cxnSpLocks/>
          </p:cNvCxnSpPr>
          <p:nvPr/>
        </p:nvCxnSpPr>
        <p:spPr>
          <a:xfrm flipV="1">
            <a:off x="7539562" y="2195749"/>
            <a:ext cx="0" cy="82612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>
            <a:extLst>
              <a:ext uri="{FF2B5EF4-FFF2-40B4-BE49-F238E27FC236}">
                <a16:creationId xmlns:a16="http://schemas.microsoft.com/office/drawing/2014/main" id="{B8B38FBC-AA06-06D1-9208-287453CC8D05}"/>
              </a:ext>
            </a:extLst>
          </p:cNvPr>
          <p:cNvSpPr/>
          <p:nvPr/>
        </p:nvSpPr>
        <p:spPr>
          <a:xfrm>
            <a:off x="7486249" y="2971802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DB991A21-61CD-D24A-5F70-565F891A36CD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703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3B6AA3B-358B-708D-3723-20DA072FAF6F}"/>
              </a:ext>
            </a:extLst>
          </p:cNvPr>
          <p:cNvSpPr txBox="1"/>
          <p:nvPr/>
        </p:nvSpPr>
        <p:spPr>
          <a:xfrm>
            <a:off x="3963758" y="88349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704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498E4E34-09A2-7009-7F30-0D6ACF0137A9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705</a:t>
            </a:r>
            <a:endParaRPr lang="zh-TW" altLang="en-US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54141828-4DF5-57A0-9320-411619DCC035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801</a:t>
            </a:r>
            <a:endParaRPr lang="zh-TW" altLang="en-US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4CE30B9D-CD8A-F7D7-4FB9-C0CA637BA2B2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803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8F9B9194-2C43-F929-BA6F-91188CB45C5A}"/>
              </a:ext>
            </a:extLst>
          </p:cNvPr>
          <p:cNvSpPr txBox="1"/>
          <p:nvPr/>
        </p:nvSpPr>
        <p:spPr>
          <a:xfrm>
            <a:off x="1252239" y="8915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804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079554A5-EDB9-3D4C-32EB-612178BA33D0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805</a:t>
            </a:r>
            <a:endParaRPr lang="zh-TW" altLang="en-US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92078721-9DA4-81B8-3896-5DFAD593DE2F}"/>
              </a:ext>
            </a:extLst>
          </p:cNvPr>
          <p:cNvSpPr txBox="1"/>
          <p:nvPr/>
        </p:nvSpPr>
        <p:spPr>
          <a:xfrm>
            <a:off x="2208019" y="15638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656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1A9F2CF-A0FA-F488-63EC-3B04A02F020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31D916D-9642-86A0-DF69-82952AD42784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06A9F3-A84B-ADB1-E360-A5B3BF560C63}"/>
              </a:ext>
            </a:extLst>
          </p:cNvPr>
          <p:cNvSpPr/>
          <p:nvPr/>
        </p:nvSpPr>
        <p:spPr>
          <a:xfrm rot="5691631">
            <a:off x="6803853" y="4159329"/>
            <a:ext cx="474837" cy="1475301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橢圓 16">
            <a:extLst>
              <a:ext uri="{FF2B5EF4-FFF2-40B4-BE49-F238E27FC236}">
                <a16:creationId xmlns:a16="http://schemas.microsoft.com/office/drawing/2014/main" id="{8E7E5FA0-81CA-C805-C4FD-BA95B1085799}"/>
              </a:ext>
            </a:extLst>
          </p:cNvPr>
          <p:cNvSpPr>
            <a:spLocks/>
          </p:cNvSpPr>
          <p:nvPr/>
        </p:nvSpPr>
        <p:spPr>
          <a:xfrm>
            <a:off x="2409496" y="4849268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CC70235-8D0B-F216-7523-A558EAC5B8D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20042"/>
            <a:ext cx="358686" cy="358686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39" y="147467"/>
            <a:ext cx="358686" cy="35868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096" y="147467"/>
            <a:ext cx="358686" cy="35868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911" y="147467"/>
            <a:ext cx="358686" cy="358686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26810"/>
            <a:ext cx="14718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B</a:t>
            </a:r>
            <a:r>
              <a:rPr lang="zh-TW" altLang="en-US" sz="4000" dirty="0"/>
              <a:t>棟</a:t>
            </a:r>
            <a:r>
              <a:rPr lang="en-US" altLang="zh-TW" sz="4000" dirty="0"/>
              <a:t>2F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15022"/>
            <a:ext cx="358686" cy="35868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1BCA4D67-1F04-F2CA-ADA5-095CC20B8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627" y="2187238"/>
            <a:ext cx="360000" cy="36000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C886E7CA-EEEB-C649-EF43-AB3CD8464FAB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667C556-0B1D-E2F3-DDDA-288F2FFABE5C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703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5A323A-E5F2-EBE7-CB6E-08B52F2F9ED1}"/>
              </a:ext>
            </a:extLst>
          </p:cNvPr>
          <p:cNvSpPr txBox="1"/>
          <p:nvPr/>
        </p:nvSpPr>
        <p:spPr>
          <a:xfrm>
            <a:off x="3963758" y="88349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704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336AACF-0E8C-DC2C-1037-FD97F1C62DE8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705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7ED0428-0734-7408-4E5B-4D6911652AAC}"/>
              </a:ext>
            </a:extLst>
          </p:cNvPr>
          <p:cNvSpPr>
            <a:spLocks/>
          </p:cNvSpPr>
          <p:nvPr/>
        </p:nvSpPr>
        <p:spPr>
          <a:xfrm rot="182843">
            <a:off x="7613461" y="4733707"/>
            <a:ext cx="180601" cy="4357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EECE8141-9B21-207B-F7F0-6E0442ACF3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32" name="橢圓 31">
            <a:extLst>
              <a:ext uri="{FF2B5EF4-FFF2-40B4-BE49-F238E27FC236}">
                <a16:creationId xmlns:a16="http://schemas.microsoft.com/office/drawing/2014/main" id="{4915AF41-C6A3-6AB5-7DBF-FDD857D8D6EF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07CA084D-966F-1CE1-C122-80DB866605D1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8418188" y="5026613"/>
            <a:ext cx="0" cy="3387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C12B4F0F-9018-9E48-7BBF-7BEFCB7A3337}"/>
              </a:ext>
            </a:extLst>
          </p:cNvPr>
          <p:cNvCxnSpPr>
            <a:cxnSpLocks/>
          </p:cNvCxnSpPr>
          <p:nvPr/>
        </p:nvCxnSpPr>
        <p:spPr>
          <a:xfrm>
            <a:off x="5829340" y="4661207"/>
            <a:ext cx="2588848" cy="3456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B4B7A4C-1389-F1C7-F2E7-59648DBE8A7B}"/>
              </a:ext>
            </a:extLst>
          </p:cNvPr>
          <p:cNvCxnSpPr>
            <a:cxnSpLocks/>
          </p:cNvCxnSpPr>
          <p:nvPr/>
        </p:nvCxnSpPr>
        <p:spPr>
          <a:xfrm>
            <a:off x="4901530" y="2595671"/>
            <a:ext cx="911729" cy="2045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7D73ACA8-5D3D-131F-6FF1-8D5EE954E88C}"/>
              </a:ext>
            </a:extLst>
          </p:cNvPr>
          <p:cNvCxnSpPr>
            <a:cxnSpLocks/>
          </p:cNvCxnSpPr>
          <p:nvPr/>
        </p:nvCxnSpPr>
        <p:spPr>
          <a:xfrm>
            <a:off x="4077911" y="2595671"/>
            <a:ext cx="8155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F1EA7010-61E2-070D-6D59-315E3C3AC8DA}"/>
              </a:ext>
            </a:extLst>
          </p:cNvPr>
          <p:cNvCxnSpPr>
            <a:cxnSpLocks/>
          </p:cNvCxnSpPr>
          <p:nvPr/>
        </p:nvCxnSpPr>
        <p:spPr>
          <a:xfrm flipV="1">
            <a:off x="4077911" y="2178728"/>
            <a:ext cx="0" cy="377021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A4A6976-C7E0-BDB2-8A97-9617E7BB7D98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26913EE4-CDB6-812A-F1F6-BB20B04BE93C}"/>
              </a:ext>
            </a:extLst>
          </p:cNvPr>
          <p:cNvSpPr/>
          <p:nvPr/>
        </p:nvSpPr>
        <p:spPr>
          <a:xfrm>
            <a:off x="4030821" y="2030516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577D7F7-E199-2267-2CFC-7EC75F969891}"/>
              </a:ext>
            </a:extLst>
          </p:cNvPr>
          <p:cNvSpPr txBox="1">
            <a:spLocks/>
          </p:cNvSpPr>
          <p:nvPr/>
        </p:nvSpPr>
        <p:spPr>
          <a:xfrm>
            <a:off x="5352286" y="4748211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C9596E34-2ADF-0D98-677F-0C2B44947D54}"/>
              </a:ext>
            </a:extLst>
          </p:cNvPr>
          <p:cNvSpPr txBox="1">
            <a:spLocks/>
          </p:cNvSpPr>
          <p:nvPr/>
        </p:nvSpPr>
        <p:spPr>
          <a:xfrm rot="3996478">
            <a:off x="4622954" y="3554043"/>
            <a:ext cx="1046440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E016805-61CC-CE7C-5A11-03836A1853A7}"/>
              </a:ext>
            </a:extLst>
          </p:cNvPr>
          <p:cNvSpPr txBox="1">
            <a:spLocks/>
          </p:cNvSpPr>
          <p:nvPr/>
        </p:nvSpPr>
        <p:spPr>
          <a:xfrm rot="317278">
            <a:off x="6594189" y="4836775"/>
            <a:ext cx="906310" cy="307777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8933699F-602D-E2D3-C122-76055A75DF2C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2104DC0C-16E9-EF2F-EECE-A8F562B9AD27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801</a:t>
            </a:r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921C31D-DD7A-DE01-30C3-6D9C080DD23B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803</a:t>
            </a:r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24B1C284-A225-153B-5E1B-B1DD192DC1F2}"/>
              </a:ext>
            </a:extLst>
          </p:cNvPr>
          <p:cNvSpPr txBox="1"/>
          <p:nvPr/>
        </p:nvSpPr>
        <p:spPr>
          <a:xfrm>
            <a:off x="1252239" y="8915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804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A39554F-94E4-5B91-48F6-A52459FC34D8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805</a:t>
            </a:r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0A66F00-D83B-C137-6601-18C360CEA6C0}"/>
              </a:ext>
            </a:extLst>
          </p:cNvPr>
          <p:cNvSpPr txBox="1"/>
          <p:nvPr/>
        </p:nvSpPr>
        <p:spPr>
          <a:xfrm>
            <a:off x="2208019" y="15638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802</a:t>
            </a:r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56EBD625-F932-1F74-CA6E-642D6A72AA92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918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A0FD4DB2-05C4-CBC6-38CA-8090793B672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917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08A58D96-C7CA-0696-2B41-2705FE4FE79E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916</a:t>
            </a:r>
            <a:endParaRPr lang="zh-TW" altLang="en-US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60293263-3736-E0E8-88AC-E1C38880D423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399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1A9F2CF-A0FA-F488-63EC-3B04A02F020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31D916D-9642-86A0-DF69-82952AD42784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06A9F3-A84B-ADB1-E360-A5B3BF560C63}"/>
              </a:ext>
            </a:extLst>
          </p:cNvPr>
          <p:cNvSpPr/>
          <p:nvPr/>
        </p:nvSpPr>
        <p:spPr>
          <a:xfrm rot="5691631">
            <a:off x="6803853" y="4159329"/>
            <a:ext cx="474837" cy="1475301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橢圓 16">
            <a:extLst>
              <a:ext uri="{FF2B5EF4-FFF2-40B4-BE49-F238E27FC236}">
                <a16:creationId xmlns:a16="http://schemas.microsoft.com/office/drawing/2014/main" id="{8E7E5FA0-81CA-C805-C4FD-BA95B1085799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CC70235-8D0B-F216-7523-A558EAC5B8D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52286" y="4748211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20042"/>
            <a:ext cx="358686" cy="358686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39" y="147467"/>
            <a:ext cx="358686" cy="35868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096" y="147467"/>
            <a:ext cx="358686" cy="35868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911" y="147467"/>
            <a:ext cx="358686" cy="358686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26810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C</a:t>
            </a:r>
            <a:r>
              <a:rPr lang="zh-TW" altLang="en-US" sz="4000" dirty="0"/>
              <a:t>棟</a:t>
            </a:r>
            <a:r>
              <a:rPr lang="en-US" altLang="zh-TW" sz="4000" dirty="0"/>
              <a:t>2F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15022"/>
            <a:ext cx="358686" cy="35868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1BCA4D67-1F04-F2CA-ADA5-095CC20B8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02" y="2195749"/>
            <a:ext cx="360000" cy="36000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55B782EB-9ADE-C571-717D-CEB17AFBA2F5}"/>
              </a:ext>
            </a:extLst>
          </p:cNvPr>
          <p:cNvSpPr txBox="1">
            <a:spLocks/>
          </p:cNvSpPr>
          <p:nvPr/>
        </p:nvSpPr>
        <p:spPr>
          <a:xfrm rot="3996478">
            <a:off x="4622954" y="3554043"/>
            <a:ext cx="1046440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D3E7D5D-D65C-7525-2C84-E78BCFCD7799}"/>
              </a:ext>
            </a:extLst>
          </p:cNvPr>
          <p:cNvSpPr txBox="1">
            <a:spLocks/>
          </p:cNvSpPr>
          <p:nvPr/>
        </p:nvSpPr>
        <p:spPr>
          <a:xfrm rot="239794">
            <a:off x="6610170" y="4872725"/>
            <a:ext cx="906310" cy="307777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886E7CA-EEEB-C649-EF43-AB3CD8464FAB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8B83AD6-4210-4EA5-E0BB-9344A4D4BB07}"/>
              </a:ext>
            </a:extLst>
          </p:cNvPr>
          <p:cNvSpPr txBox="1">
            <a:spLocks/>
          </p:cNvSpPr>
          <p:nvPr/>
        </p:nvSpPr>
        <p:spPr>
          <a:xfrm>
            <a:off x="2020987" y="2661901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B7D5642-13F6-16BB-6DC4-4023750C4F70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801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C75D573-EAB0-102E-36CE-29A41D297595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803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A3AE450-107F-97ED-9B0F-837562F64A37}"/>
              </a:ext>
            </a:extLst>
          </p:cNvPr>
          <p:cNvSpPr txBox="1"/>
          <p:nvPr/>
        </p:nvSpPr>
        <p:spPr>
          <a:xfrm>
            <a:off x="1252239" y="8915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804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B9B1F85-4527-6811-78D9-5A1011170995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805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4C7B91B-E043-80D1-283D-606CC60201D8}"/>
              </a:ext>
            </a:extLst>
          </p:cNvPr>
          <p:cNvSpPr txBox="1"/>
          <p:nvPr/>
        </p:nvSpPr>
        <p:spPr>
          <a:xfrm>
            <a:off x="2208019" y="15638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802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5D131F-DCCA-B0DA-AD07-0C8BE422C877}"/>
              </a:ext>
            </a:extLst>
          </p:cNvPr>
          <p:cNvSpPr>
            <a:spLocks/>
          </p:cNvSpPr>
          <p:nvPr/>
        </p:nvSpPr>
        <p:spPr>
          <a:xfrm rot="182843">
            <a:off x="7613461" y="4733707"/>
            <a:ext cx="180601" cy="4357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9AAD8964-58B3-1356-AE9A-AA98EF640B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35" name="橢圓 34">
            <a:extLst>
              <a:ext uri="{FF2B5EF4-FFF2-40B4-BE49-F238E27FC236}">
                <a16:creationId xmlns:a16="http://schemas.microsoft.com/office/drawing/2014/main" id="{EDC5170B-16E5-72BA-A92B-2D3D9818EBBC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C04C785-C94D-48E7-46C0-99CDFF345E4E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8418188" y="5026613"/>
            <a:ext cx="0" cy="3387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2C64AF8F-0CE9-D934-D4FC-D109C6D4FBC1}"/>
              </a:ext>
            </a:extLst>
          </p:cNvPr>
          <p:cNvCxnSpPr>
            <a:cxnSpLocks/>
          </p:cNvCxnSpPr>
          <p:nvPr/>
        </p:nvCxnSpPr>
        <p:spPr>
          <a:xfrm>
            <a:off x="5829340" y="4661207"/>
            <a:ext cx="2588848" cy="3456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18E9E19-2EA2-A15B-4982-8844E0071691}"/>
              </a:ext>
            </a:extLst>
          </p:cNvPr>
          <p:cNvCxnSpPr>
            <a:cxnSpLocks/>
          </p:cNvCxnSpPr>
          <p:nvPr/>
        </p:nvCxnSpPr>
        <p:spPr>
          <a:xfrm>
            <a:off x="4901530" y="2595671"/>
            <a:ext cx="911729" cy="2045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70519244-54D4-459F-6E0D-740892CEAFA3}"/>
              </a:ext>
            </a:extLst>
          </p:cNvPr>
          <p:cNvCxnSpPr>
            <a:cxnSpLocks/>
          </p:cNvCxnSpPr>
          <p:nvPr/>
        </p:nvCxnSpPr>
        <p:spPr>
          <a:xfrm>
            <a:off x="1365438" y="2595671"/>
            <a:ext cx="352052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E80BF938-AC49-DEA5-C745-72532A10DAA5}"/>
              </a:ext>
            </a:extLst>
          </p:cNvPr>
          <p:cNvCxnSpPr>
            <a:cxnSpLocks/>
          </p:cNvCxnSpPr>
          <p:nvPr/>
        </p:nvCxnSpPr>
        <p:spPr>
          <a:xfrm flipV="1">
            <a:off x="1365438" y="2195749"/>
            <a:ext cx="0" cy="39992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56381D16-B6D8-2C4C-A700-29A683590C56}"/>
              </a:ext>
            </a:extLst>
          </p:cNvPr>
          <p:cNvSpPr/>
          <p:nvPr/>
        </p:nvSpPr>
        <p:spPr>
          <a:xfrm>
            <a:off x="1317545" y="2038712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A066572-4B03-07A7-7733-E27A034A5DC5}"/>
              </a:ext>
            </a:extLst>
          </p:cNvPr>
          <p:cNvSpPr txBox="1">
            <a:spLocks/>
          </p:cNvSpPr>
          <p:nvPr/>
        </p:nvSpPr>
        <p:spPr>
          <a:xfrm>
            <a:off x="8171967" y="319336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9011B260-E7C5-7505-997A-5441DA1538E2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918</a:t>
            </a:r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1FA2B99-D1D8-6D31-4DA1-1D686E590734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917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74817E57-9555-8A7B-6CA7-2E68BD1678A5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916</a:t>
            </a:r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2FCE2925-8246-2FEA-6599-D3E2D1EBBF6F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919</a:t>
            </a:r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C0FAD88-3A0C-34D6-D4AE-A89AA270DD7C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703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A11899EA-32DB-D1F7-4F15-214767557550}"/>
              </a:ext>
            </a:extLst>
          </p:cNvPr>
          <p:cNvSpPr txBox="1"/>
          <p:nvPr/>
        </p:nvSpPr>
        <p:spPr>
          <a:xfrm>
            <a:off x="3963758" y="88349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704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D2F4476-9F31-4F50-2B17-D7BFC6353A43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381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3C6F52B-9AA9-E7F2-FA66-6EA1478600EE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F390D4-0074-0861-556C-E7E57D56EDDB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CFCEF9E5-F92A-5666-8A0E-AAA436D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53061"/>
            <a:ext cx="1489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A</a:t>
            </a:r>
            <a:r>
              <a:rPr lang="zh-TW" altLang="en-US" sz="4000" dirty="0"/>
              <a:t>棟</a:t>
            </a:r>
            <a:r>
              <a:rPr lang="en-US" altLang="zh-TW" sz="4000" dirty="0"/>
              <a:t>3F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2DC98-DB74-6DC7-0D9E-A8DD4735B33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913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2515F7-D1B6-14D0-198C-859BBDFFF8A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912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C16CD5-9D83-FB6C-283C-DFC6312B5599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911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A7BAE7-D9EC-4B42-81FF-5304B0AAA2A2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915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6CC0F9-9C0D-E3A7-94E2-2DEAE5FDC6F5}"/>
              </a:ext>
            </a:extLst>
          </p:cNvPr>
          <p:cNvSpPr txBox="1"/>
          <p:nvPr/>
        </p:nvSpPr>
        <p:spPr>
          <a:xfrm>
            <a:off x="7678911" y="17022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914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4E7C726-F43C-B18D-C31D-9993695ABCCF}"/>
              </a:ext>
            </a:extLst>
          </p:cNvPr>
          <p:cNvSpPr txBox="1">
            <a:spLocks/>
          </p:cNvSpPr>
          <p:nvPr/>
        </p:nvSpPr>
        <p:spPr>
          <a:xfrm rot="3996478">
            <a:off x="4601967" y="3509896"/>
            <a:ext cx="1292662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E09DACF-50CF-A931-29B7-EBBB1DEBC393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890D2391-1813-C7C7-8180-306094016EDD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668F347-56A7-C8B9-0AFB-C812CF81080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BB09289-BB54-487D-B1C7-24896FD937BA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BFE3EC64-8333-96CC-69ED-7FA00F962DBE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5A468612-10AD-3E51-0EAF-A279327EE016}"/>
              </a:ext>
            </a:extLst>
          </p:cNvPr>
          <p:cNvCxnSpPr>
            <a:cxnSpLocks/>
          </p:cNvCxnSpPr>
          <p:nvPr/>
        </p:nvCxnSpPr>
        <p:spPr>
          <a:xfrm flipH="1">
            <a:off x="7539562" y="3037485"/>
            <a:ext cx="87862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A62DB93-522E-D84A-DA62-58B9BFBE482B}"/>
              </a:ext>
            </a:extLst>
          </p:cNvPr>
          <p:cNvCxnSpPr>
            <a:cxnSpLocks/>
          </p:cNvCxnSpPr>
          <p:nvPr/>
        </p:nvCxnSpPr>
        <p:spPr>
          <a:xfrm flipV="1">
            <a:off x="7539562" y="2195749"/>
            <a:ext cx="0" cy="82612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8609A6AA-A4D0-51D6-6682-43CDDA71FA1D}"/>
              </a:ext>
            </a:extLst>
          </p:cNvPr>
          <p:cNvSpPr/>
          <p:nvPr/>
        </p:nvSpPr>
        <p:spPr>
          <a:xfrm>
            <a:off x="7486249" y="2971802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1BF4C476-3976-F748-D278-E1664E5F881F}"/>
              </a:ext>
            </a:extLst>
          </p:cNvPr>
          <p:cNvCxnSpPr>
            <a:cxnSpLocks/>
          </p:cNvCxnSpPr>
          <p:nvPr/>
        </p:nvCxnSpPr>
        <p:spPr>
          <a:xfrm flipV="1">
            <a:off x="8418188" y="3021874"/>
            <a:ext cx="0" cy="23434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93F5DC7D-2B01-4196-08DC-EC30859B3F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02" y="2195749"/>
            <a:ext cx="360000" cy="360000"/>
          </a:xfrm>
          <a:prstGeom prst="rect">
            <a:avLst/>
          </a:prstGeom>
        </p:spPr>
      </p:pic>
      <p:sp>
        <p:nvSpPr>
          <p:cNvPr id="71" name="文字方塊 70">
            <a:extLst>
              <a:ext uri="{FF2B5EF4-FFF2-40B4-BE49-F238E27FC236}">
                <a16:creationId xmlns:a16="http://schemas.microsoft.com/office/drawing/2014/main" id="{043FF33A-BE84-82B1-F960-949451AD9EE3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C43D62FC-DA46-8CF4-E2E8-EC646F3250BD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707</a:t>
            </a:r>
            <a:endParaRPr lang="zh-TW" altLang="en-US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C4FCC534-B1F0-507F-4AE7-BCCCE633E018}"/>
              </a:ext>
            </a:extLst>
          </p:cNvPr>
          <p:cNvSpPr txBox="1"/>
          <p:nvPr/>
        </p:nvSpPr>
        <p:spPr>
          <a:xfrm>
            <a:off x="4943517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706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E7DBA514-DB27-6E33-1396-D75DB7C700A1}"/>
              </a:ext>
            </a:extLst>
          </p:cNvPr>
          <p:cNvSpPr txBox="1"/>
          <p:nvPr/>
        </p:nvSpPr>
        <p:spPr>
          <a:xfrm>
            <a:off x="3963758" y="88349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708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378C0E20-8080-84F6-D159-07C863959ED4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709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42E07C05-DF95-CEAE-AE5A-FF35A88FDA84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806</a:t>
            </a:r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81AF8F4C-EA1E-D309-692E-2AD229927AF0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808</a:t>
            </a:r>
            <a:endParaRPr lang="zh-TW" altLang="en-US" dirty="0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5320790-5AA3-7F9F-9BB9-391A409E8D06}"/>
              </a:ext>
            </a:extLst>
          </p:cNvPr>
          <p:cNvSpPr txBox="1"/>
          <p:nvPr/>
        </p:nvSpPr>
        <p:spPr>
          <a:xfrm>
            <a:off x="1252239" y="8995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809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0ABB324C-4B07-90E2-6805-807F89B0D0E2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810</a:t>
            </a:r>
            <a:endParaRPr lang="zh-TW" altLang="en-US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026E2A07-B5EE-5138-6CE5-02BF6E429CE7}"/>
              </a:ext>
            </a:extLst>
          </p:cNvPr>
          <p:cNvSpPr txBox="1"/>
          <p:nvPr/>
        </p:nvSpPr>
        <p:spPr>
          <a:xfrm>
            <a:off x="2208019" y="15638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600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3C6F52B-9AA9-E7F2-FA66-6EA1478600EE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F390D4-0074-0861-556C-E7E57D56EDDB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53061"/>
            <a:ext cx="14718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B</a:t>
            </a:r>
            <a:r>
              <a:rPr lang="zh-TW" altLang="en-US" sz="4000" dirty="0"/>
              <a:t>棟</a:t>
            </a:r>
            <a:r>
              <a:rPr lang="en-US" altLang="zh-TW" sz="4000" dirty="0"/>
              <a:t>3F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E09DACF-50CF-A931-29B7-EBBB1DEBC393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890D2391-1813-C7C7-8180-306094016EDD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668F347-56A7-C8B9-0AFB-C812CF81080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49C11B-B716-4272-7B89-3E4C1682FF7E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707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D3E01B1-F44A-8D67-CC33-107518ADF4A0}"/>
              </a:ext>
            </a:extLst>
          </p:cNvPr>
          <p:cNvSpPr txBox="1"/>
          <p:nvPr/>
        </p:nvSpPr>
        <p:spPr>
          <a:xfrm>
            <a:off x="4943517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706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F113D72-78FD-D013-4606-A1E916F2A4A4}"/>
              </a:ext>
            </a:extLst>
          </p:cNvPr>
          <p:cNvSpPr txBox="1"/>
          <p:nvPr/>
        </p:nvSpPr>
        <p:spPr>
          <a:xfrm>
            <a:off x="3963758" y="88349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708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7E8B2C4-0F1C-2CE6-FDC5-724380429BAC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709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97ACF895-BF06-E5FC-938F-FCD4D1334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9C6055DA-D1BC-53FD-F6DC-10C6F78995C1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71C6C5C4-9FA0-C757-0592-E58B19F698A4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78896A11-5D27-BDA2-4B68-C1910854AF02}"/>
              </a:ext>
            </a:extLst>
          </p:cNvPr>
          <p:cNvSpPr/>
          <p:nvPr/>
        </p:nvSpPr>
        <p:spPr>
          <a:xfrm>
            <a:off x="4027785" y="2079993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3041DFB3-C5DE-4D3B-4254-CE9FC7E7FFDE}"/>
              </a:ext>
            </a:extLst>
          </p:cNvPr>
          <p:cNvCxnSpPr>
            <a:cxnSpLocks/>
          </p:cNvCxnSpPr>
          <p:nvPr/>
        </p:nvCxnSpPr>
        <p:spPr>
          <a:xfrm flipV="1">
            <a:off x="4085157" y="2202767"/>
            <a:ext cx="0" cy="33740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2F80FDE-2E25-3091-E3F5-C263A9D1F2C5}"/>
              </a:ext>
            </a:extLst>
          </p:cNvPr>
          <p:cNvSpPr/>
          <p:nvPr/>
        </p:nvSpPr>
        <p:spPr>
          <a:xfrm rot="5691631">
            <a:off x="6803853" y="4159329"/>
            <a:ext cx="474837" cy="1475301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B3E685F-DC2C-47C7-A0F7-5AE18490EDE2}"/>
              </a:ext>
            </a:extLst>
          </p:cNvPr>
          <p:cNvSpPr>
            <a:spLocks/>
          </p:cNvSpPr>
          <p:nvPr/>
        </p:nvSpPr>
        <p:spPr>
          <a:xfrm rot="182843">
            <a:off x="7613461" y="4733707"/>
            <a:ext cx="180601" cy="4357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655E2D7A-A9F9-DC48-B389-014A94FC9CAA}"/>
              </a:ext>
            </a:extLst>
          </p:cNvPr>
          <p:cNvCxnSpPr>
            <a:cxnSpLocks/>
          </p:cNvCxnSpPr>
          <p:nvPr/>
        </p:nvCxnSpPr>
        <p:spPr>
          <a:xfrm flipV="1">
            <a:off x="8418188" y="5026613"/>
            <a:ext cx="0" cy="3387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0289A145-E494-6E9A-01D0-B28E7C657773}"/>
              </a:ext>
            </a:extLst>
          </p:cNvPr>
          <p:cNvCxnSpPr>
            <a:cxnSpLocks/>
          </p:cNvCxnSpPr>
          <p:nvPr/>
        </p:nvCxnSpPr>
        <p:spPr>
          <a:xfrm>
            <a:off x="5829340" y="4661207"/>
            <a:ext cx="2588848" cy="3654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81670FA1-0CA1-B96D-D714-2153666D4A00}"/>
              </a:ext>
            </a:extLst>
          </p:cNvPr>
          <p:cNvCxnSpPr>
            <a:cxnSpLocks/>
          </p:cNvCxnSpPr>
          <p:nvPr/>
        </p:nvCxnSpPr>
        <p:spPr>
          <a:xfrm>
            <a:off x="4901530" y="2595671"/>
            <a:ext cx="911729" cy="2045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DF674A2A-9277-AA3B-DEC6-60B3064C64A6}"/>
              </a:ext>
            </a:extLst>
          </p:cNvPr>
          <p:cNvCxnSpPr>
            <a:cxnSpLocks/>
          </p:cNvCxnSpPr>
          <p:nvPr/>
        </p:nvCxnSpPr>
        <p:spPr>
          <a:xfrm>
            <a:off x="4085157" y="2595671"/>
            <a:ext cx="8082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ABB9556-6FAA-BE99-4B2A-DF364082D423}"/>
              </a:ext>
            </a:extLst>
          </p:cNvPr>
          <p:cNvSpPr txBox="1">
            <a:spLocks/>
          </p:cNvSpPr>
          <p:nvPr/>
        </p:nvSpPr>
        <p:spPr>
          <a:xfrm>
            <a:off x="5346765" y="482173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25C06C56-B82F-2C65-EB17-4F4796EFF91E}"/>
              </a:ext>
            </a:extLst>
          </p:cNvPr>
          <p:cNvSpPr txBox="1">
            <a:spLocks/>
          </p:cNvSpPr>
          <p:nvPr/>
        </p:nvSpPr>
        <p:spPr>
          <a:xfrm rot="3996478">
            <a:off x="4622954" y="3554043"/>
            <a:ext cx="1046440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241502F3-2A43-EB06-5778-73FF023AE589}"/>
              </a:ext>
            </a:extLst>
          </p:cNvPr>
          <p:cNvSpPr txBox="1">
            <a:spLocks/>
          </p:cNvSpPr>
          <p:nvPr/>
        </p:nvSpPr>
        <p:spPr>
          <a:xfrm rot="363997">
            <a:off x="6610170" y="4872725"/>
            <a:ext cx="906310" cy="307777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88A97B5F-64E6-AE7A-198E-E9EE56B67B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02" y="2195749"/>
            <a:ext cx="360000" cy="360000"/>
          </a:xfrm>
          <a:prstGeom prst="rect">
            <a:avLst/>
          </a:prstGeom>
        </p:spPr>
      </p:pic>
      <p:sp>
        <p:nvSpPr>
          <p:cNvPr id="77" name="文字方塊 76">
            <a:extLst>
              <a:ext uri="{FF2B5EF4-FFF2-40B4-BE49-F238E27FC236}">
                <a16:creationId xmlns:a16="http://schemas.microsoft.com/office/drawing/2014/main" id="{AF74E635-6D42-2A8E-176E-4F689340DA59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913</a:t>
            </a:r>
            <a:endParaRPr lang="zh-TW" altLang="en-US" dirty="0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42CC28F9-037D-BDA4-2930-C6355427D258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912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13F0312-93EC-E0ED-3E4D-D519C76440AE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911</a:t>
            </a:r>
            <a:endParaRPr lang="zh-TW" altLang="en-US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E0118DE1-9282-638D-D8B4-C8161F2298D1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915</a:t>
            </a:r>
            <a:endParaRPr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2E386E4-6D90-BFDE-0130-BD123D71B326}"/>
              </a:ext>
            </a:extLst>
          </p:cNvPr>
          <p:cNvSpPr txBox="1"/>
          <p:nvPr/>
        </p:nvSpPr>
        <p:spPr>
          <a:xfrm>
            <a:off x="7678911" y="17022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914</a:t>
            </a:r>
            <a:endParaRPr lang="zh-TW" altLang="en-US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E869D2D4-FB49-532C-11FB-6BA1DA32D1ED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806</a:t>
            </a:r>
            <a:endParaRPr lang="zh-TW" altLang="en-US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B96271AE-33B7-B6DF-7276-561960999967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808</a:t>
            </a:r>
            <a:endParaRPr lang="zh-TW" altLang="en-US" dirty="0"/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562AF050-3284-89D8-A105-283D560270A6}"/>
              </a:ext>
            </a:extLst>
          </p:cNvPr>
          <p:cNvSpPr txBox="1"/>
          <p:nvPr/>
        </p:nvSpPr>
        <p:spPr>
          <a:xfrm>
            <a:off x="1252239" y="8995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809</a:t>
            </a:r>
            <a:endParaRPr lang="zh-TW" altLang="en-US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5FBE4FA-3A2D-794D-0991-19243CAC6E2A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810</a:t>
            </a:r>
            <a:endParaRPr lang="zh-TW" altLang="en-US" dirty="0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C1D85C0D-E460-36E9-A903-BDC01D0D6EB9}"/>
              </a:ext>
            </a:extLst>
          </p:cNvPr>
          <p:cNvSpPr txBox="1"/>
          <p:nvPr/>
        </p:nvSpPr>
        <p:spPr>
          <a:xfrm>
            <a:off x="2208019" y="15638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807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670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3C6F52B-9AA9-E7F2-FA66-6EA1478600EE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F390D4-0074-0861-556C-E7E57D56EDDB}"/>
              </a:ext>
            </a:extLst>
          </p:cNvPr>
          <p:cNvSpPr/>
          <p:nvPr/>
        </p:nvSpPr>
        <p:spPr>
          <a:xfrm rot="20162019">
            <a:off x="4912264" y="2913704"/>
            <a:ext cx="616876" cy="1537364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53061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C</a:t>
            </a:r>
            <a:r>
              <a:rPr lang="zh-TW" altLang="en-US" sz="4000" dirty="0"/>
              <a:t>棟</a:t>
            </a:r>
            <a:r>
              <a:rPr lang="en-US" altLang="zh-TW" sz="4000" dirty="0"/>
              <a:t>3F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4E7C726-F43C-B18D-C31D-9993695ABCCF}"/>
              </a:ext>
            </a:extLst>
          </p:cNvPr>
          <p:cNvSpPr txBox="1">
            <a:spLocks/>
          </p:cNvSpPr>
          <p:nvPr/>
        </p:nvSpPr>
        <p:spPr>
          <a:xfrm rot="3996478">
            <a:off x="4601967" y="3509896"/>
            <a:ext cx="1292662" cy="400110"/>
          </a:xfrm>
          <a:prstGeom prst="rect">
            <a:avLst/>
          </a:prstGeom>
          <a:noFill/>
          <a:ln w="19050">
            <a:noFill/>
          </a:ln>
        </p:spPr>
        <p:txBody>
          <a:bodyPr vert="vert270"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E09DACF-50CF-A931-29B7-EBBB1DEBC393}"/>
              </a:ext>
            </a:extLst>
          </p:cNvPr>
          <p:cNvSpPr txBox="1">
            <a:spLocks/>
          </p:cNvSpPr>
          <p:nvPr/>
        </p:nvSpPr>
        <p:spPr>
          <a:xfrm>
            <a:off x="1553712" y="5026769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890D2391-1813-C7C7-8180-306094016EDD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668F347-56A7-C8B9-0AFB-C812CF81080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6614B74-3314-7A3A-8837-58FEE4E31C5B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806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3BC9152-6F41-CE0A-1F8C-8F480B373609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808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54AAC23-3977-D315-A0CE-6D9106D256F8}"/>
              </a:ext>
            </a:extLst>
          </p:cNvPr>
          <p:cNvSpPr txBox="1"/>
          <p:nvPr/>
        </p:nvSpPr>
        <p:spPr>
          <a:xfrm>
            <a:off x="1252239" y="8995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809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6FF5F00-7B8A-99FE-6FE2-0F647CB8FC27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810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E1A8AC2-F4EB-880B-40FE-8C4D65DD42F6}"/>
              </a:ext>
            </a:extLst>
          </p:cNvPr>
          <p:cNvSpPr txBox="1"/>
          <p:nvPr/>
        </p:nvSpPr>
        <p:spPr>
          <a:xfrm>
            <a:off x="2208019" y="15638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807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EB60B68A-F173-3F27-9D77-D33640071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F6556BDE-8370-17E7-88B2-4AEE891F1303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4547319D-C482-5037-5AD0-6CDB47F380BC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F8B29205-1FD1-41EF-C8B2-83380162C95D}"/>
              </a:ext>
            </a:extLst>
          </p:cNvPr>
          <p:cNvSpPr/>
          <p:nvPr/>
        </p:nvSpPr>
        <p:spPr>
          <a:xfrm>
            <a:off x="1299331" y="2028321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2CE8985-F5EA-8F87-BDD1-1C907E5272D1}"/>
              </a:ext>
            </a:extLst>
          </p:cNvPr>
          <p:cNvCxnSpPr>
            <a:cxnSpLocks/>
          </p:cNvCxnSpPr>
          <p:nvPr/>
        </p:nvCxnSpPr>
        <p:spPr>
          <a:xfrm flipV="1">
            <a:off x="1349323" y="2185630"/>
            <a:ext cx="0" cy="410041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510D3DBE-0227-A847-1DB2-B49C6B268884}"/>
              </a:ext>
            </a:extLst>
          </p:cNvPr>
          <p:cNvSpPr/>
          <p:nvPr/>
        </p:nvSpPr>
        <p:spPr>
          <a:xfrm rot="5691631">
            <a:off x="6803853" y="4159329"/>
            <a:ext cx="474837" cy="1475301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36A1D04-CED8-A9F5-4A54-60BE82B56A2D}"/>
              </a:ext>
            </a:extLst>
          </p:cNvPr>
          <p:cNvSpPr>
            <a:spLocks/>
          </p:cNvSpPr>
          <p:nvPr/>
        </p:nvSpPr>
        <p:spPr>
          <a:xfrm rot="182843">
            <a:off x="7613461" y="4733707"/>
            <a:ext cx="180601" cy="4357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門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553C2836-9BF8-72BF-0429-1C7C3B5DC2B0}"/>
              </a:ext>
            </a:extLst>
          </p:cNvPr>
          <p:cNvSpPr txBox="1">
            <a:spLocks/>
          </p:cNvSpPr>
          <p:nvPr/>
        </p:nvSpPr>
        <p:spPr>
          <a:xfrm rot="363997">
            <a:off x="6610170" y="4872725"/>
            <a:ext cx="906310" cy="307777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449F9ED-919B-8D1A-C9E1-EAB31AF40F42}"/>
              </a:ext>
            </a:extLst>
          </p:cNvPr>
          <p:cNvSpPr txBox="1">
            <a:spLocks/>
          </p:cNvSpPr>
          <p:nvPr/>
        </p:nvSpPr>
        <p:spPr>
          <a:xfrm>
            <a:off x="5346765" y="482173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FB80B214-D937-8CB5-AF89-B9ED5EDB76CE}"/>
              </a:ext>
            </a:extLst>
          </p:cNvPr>
          <p:cNvCxnSpPr>
            <a:cxnSpLocks/>
          </p:cNvCxnSpPr>
          <p:nvPr/>
        </p:nvCxnSpPr>
        <p:spPr>
          <a:xfrm flipV="1">
            <a:off x="8418188" y="5026613"/>
            <a:ext cx="0" cy="3387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50430448-13E6-D583-D505-CD063C5AF1D9}"/>
              </a:ext>
            </a:extLst>
          </p:cNvPr>
          <p:cNvCxnSpPr>
            <a:cxnSpLocks/>
          </p:cNvCxnSpPr>
          <p:nvPr/>
        </p:nvCxnSpPr>
        <p:spPr>
          <a:xfrm>
            <a:off x="5829340" y="4661207"/>
            <a:ext cx="2588848" cy="3654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E5D01EA7-03CF-412B-50A6-7FCD31EE5F24}"/>
              </a:ext>
            </a:extLst>
          </p:cNvPr>
          <p:cNvCxnSpPr>
            <a:cxnSpLocks/>
          </p:cNvCxnSpPr>
          <p:nvPr/>
        </p:nvCxnSpPr>
        <p:spPr>
          <a:xfrm>
            <a:off x="4901530" y="2595671"/>
            <a:ext cx="911729" cy="2045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92006CEA-9EB1-DE5B-6693-5197AAAD7B40}"/>
              </a:ext>
            </a:extLst>
          </p:cNvPr>
          <p:cNvCxnSpPr>
            <a:cxnSpLocks/>
          </p:cNvCxnSpPr>
          <p:nvPr/>
        </p:nvCxnSpPr>
        <p:spPr>
          <a:xfrm>
            <a:off x="1349323" y="2595671"/>
            <a:ext cx="354409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圖片 72">
            <a:extLst>
              <a:ext uri="{FF2B5EF4-FFF2-40B4-BE49-F238E27FC236}">
                <a16:creationId xmlns:a16="http://schemas.microsoft.com/office/drawing/2014/main" id="{4536385D-40D7-DDD5-74B9-EE9D8D1E0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02" y="2195749"/>
            <a:ext cx="360000" cy="360000"/>
          </a:xfrm>
          <a:prstGeom prst="rect">
            <a:avLst/>
          </a:prstGeom>
        </p:spPr>
      </p:pic>
      <p:sp>
        <p:nvSpPr>
          <p:cNvPr id="74" name="文字方塊 73">
            <a:extLst>
              <a:ext uri="{FF2B5EF4-FFF2-40B4-BE49-F238E27FC236}">
                <a16:creationId xmlns:a16="http://schemas.microsoft.com/office/drawing/2014/main" id="{0F105571-20D3-942C-9D5E-3E686A3F6E82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913</a:t>
            </a:r>
            <a:endParaRPr lang="zh-TW" altLang="en-US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FC5FB344-32BE-8989-A3CB-5304C702B7BD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912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93044103-A336-9DA4-FDBA-494EF3C61CD0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911</a:t>
            </a:r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A70FFFA-71C0-A024-B128-443851773CFB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915</a:t>
            </a:r>
            <a:endParaRPr lang="zh-TW" altLang="en-US" dirty="0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6E69D9B6-7D38-B39C-B847-9D26A04B48F1}"/>
              </a:ext>
            </a:extLst>
          </p:cNvPr>
          <p:cNvSpPr txBox="1"/>
          <p:nvPr/>
        </p:nvSpPr>
        <p:spPr>
          <a:xfrm>
            <a:off x="7678911" y="17022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914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D430A2-03D9-5491-1BE4-23A176AB51A9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707</a:t>
            </a:r>
            <a:endParaRPr lang="zh-TW" altLang="en-US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98785055-D28F-0131-49DD-78DDF27FE590}"/>
              </a:ext>
            </a:extLst>
          </p:cNvPr>
          <p:cNvSpPr txBox="1"/>
          <p:nvPr/>
        </p:nvSpPr>
        <p:spPr>
          <a:xfrm>
            <a:off x="4943517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706</a:t>
            </a:r>
            <a:endParaRPr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74AD6C9F-4937-5601-F4C8-DDF7C1076222}"/>
              </a:ext>
            </a:extLst>
          </p:cNvPr>
          <p:cNvSpPr txBox="1"/>
          <p:nvPr/>
        </p:nvSpPr>
        <p:spPr>
          <a:xfrm>
            <a:off x="3963758" y="88349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708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7E4F1EAD-5E98-65D7-6384-AF2CDD9375E0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709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82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677D0A9-F299-A704-42AB-18F66E78B48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01189"/>
            <a:ext cx="1489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A</a:t>
            </a:r>
            <a:r>
              <a:rPr lang="zh-TW" altLang="en-US" sz="4000" dirty="0"/>
              <a:t>棟</a:t>
            </a:r>
            <a:r>
              <a:rPr lang="en-US" altLang="zh-TW" sz="4000" dirty="0"/>
              <a:t>4F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2DC98-DB74-6DC7-0D9E-A8DD4735B33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908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2515F7-D1B6-14D0-198C-859BBDFFF8A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907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C16CD5-9D83-FB6C-283C-DFC6312B5599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906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A7BAE7-D9EC-4B42-81FF-5304B0AAA2A2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910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6CC0F9-9C0D-E3A7-94E2-2DEAE5FDC6F5}"/>
              </a:ext>
            </a:extLst>
          </p:cNvPr>
          <p:cNvSpPr txBox="1"/>
          <p:nvPr/>
        </p:nvSpPr>
        <p:spPr>
          <a:xfrm>
            <a:off x="7678911" y="177691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909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087C9AC2-1EE1-B43B-3AD7-F560B9D76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188" y="2169772"/>
            <a:ext cx="360000" cy="360000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090F1B2B-6E7B-5C3F-A838-FFFDA81388D1}"/>
              </a:ext>
            </a:extLst>
          </p:cNvPr>
          <p:cNvSpPr txBox="1">
            <a:spLocks/>
          </p:cNvSpPr>
          <p:nvPr/>
        </p:nvSpPr>
        <p:spPr>
          <a:xfrm>
            <a:off x="1564822" y="4998297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0091E0C-C399-2DB5-7B67-5B115752752E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D140F5CC-D1CB-6703-B72D-C8628E861618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5D524D8-A0D6-E454-68C7-622ED142BA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583158B9-44FD-3897-8903-99FEE4ECF171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71EF0E4-27E8-F89E-7043-573F9CCB153D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9D427AAB-BA9E-2ED9-8193-5D2723300DF9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8418188" y="2529772"/>
            <a:ext cx="0" cy="28355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E4B830A9-C49C-8CD7-ACDF-6E938DB8FC6F}"/>
              </a:ext>
            </a:extLst>
          </p:cNvPr>
          <p:cNvCxnSpPr>
            <a:cxnSpLocks/>
          </p:cNvCxnSpPr>
          <p:nvPr/>
        </p:nvCxnSpPr>
        <p:spPr>
          <a:xfrm flipH="1">
            <a:off x="7487425" y="2419177"/>
            <a:ext cx="9307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470F4CC-5058-390E-111F-922EDEFBCECE}"/>
              </a:ext>
            </a:extLst>
          </p:cNvPr>
          <p:cNvCxnSpPr>
            <a:cxnSpLocks/>
          </p:cNvCxnSpPr>
          <p:nvPr/>
        </p:nvCxnSpPr>
        <p:spPr>
          <a:xfrm flipV="1">
            <a:off x="7487425" y="2193943"/>
            <a:ext cx="0" cy="22523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C30A57A7-A46D-9E9A-CFB8-448BB566A65F}"/>
              </a:ext>
            </a:extLst>
          </p:cNvPr>
          <p:cNvSpPr/>
          <p:nvPr/>
        </p:nvSpPr>
        <p:spPr>
          <a:xfrm>
            <a:off x="8360310" y="2374239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BC9BAA0F-49CC-0A12-B52C-803DBBBCA752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89B67E6-14C9-8720-A190-B39297765AE2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710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C002EB61-8017-9AC6-BEBD-205284B8A2D7}"/>
              </a:ext>
            </a:extLst>
          </p:cNvPr>
          <p:cNvSpPr txBox="1"/>
          <p:nvPr/>
        </p:nvSpPr>
        <p:spPr>
          <a:xfrm>
            <a:off x="4943517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714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6AE32131-3B95-06C8-8CD3-AE582BDD09C5}"/>
              </a:ext>
            </a:extLst>
          </p:cNvPr>
          <p:cNvSpPr txBox="1"/>
          <p:nvPr/>
        </p:nvSpPr>
        <p:spPr>
          <a:xfrm>
            <a:off x="3963758" y="87628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711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2CC00592-79AD-AE30-5012-0AF37037FC29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712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B33080F2-408E-4557-2E08-1AA0CB21A2FF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814</a:t>
            </a:r>
            <a:endParaRPr lang="zh-TW" altLang="en-US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CBB0490-AE29-06C0-019C-058786EE8748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811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967F2890-CEDF-A197-7191-6B3E409CC0AD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812</a:t>
            </a:r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B1FF8A0B-1ED8-E0EB-FEFA-E332604D8E3D}"/>
              </a:ext>
            </a:extLst>
          </p:cNvPr>
          <p:cNvSpPr txBox="1"/>
          <p:nvPr/>
        </p:nvSpPr>
        <p:spPr>
          <a:xfrm>
            <a:off x="1252239" y="8915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99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677D0A9-F299-A704-42AB-18F66E78B48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01189"/>
            <a:ext cx="14718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B</a:t>
            </a:r>
            <a:r>
              <a:rPr lang="zh-TW" altLang="en-US" sz="4000" dirty="0"/>
              <a:t>棟</a:t>
            </a:r>
            <a:r>
              <a:rPr lang="en-US" altLang="zh-TW" sz="4000" dirty="0"/>
              <a:t>4F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527FB3-8A97-D7C6-B7F0-A8C4D2410FBB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710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8B96FB3-181F-8120-F28C-0F9862B867CB}"/>
              </a:ext>
            </a:extLst>
          </p:cNvPr>
          <p:cNvSpPr txBox="1"/>
          <p:nvPr/>
        </p:nvSpPr>
        <p:spPr>
          <a:xfrm>
            <a:off x="4943517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714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2C11F53-5CD9-7759-8D0B-8D8BDBDE8A73}"/>
              </a:ext>
            </a:extLst>
          </p:cNvPr>
          <p:cNvSpPr txBox="1"/>
          <p:nvPr/>
        </p:nvSpPr>
        <p:spPr>
          <a:xfrm>
            <a:off x="3963758" y="88349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711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125CF72-2313-CF4D-44FA-4F2DFE1C094A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712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239CED2-82EF-88C3-7A1B-EB568951A58E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814</a:t>
            </a:r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087C9AC2-1EE1-B43B-3AD7-F560B9D76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000" y="2202444"/>
            <a:ext cx="360000" cy="360000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090F1B2B-6E7B-5C3F-A838-FFFDA81388D1}"/>
              </a:ext>
            </a:extLst>
          </p:cNvPr>
          <p:cNvSpPr txBox="1">
            <a:spLocks/>
          </p:cNvSpPr>
          <p:nvPr/>
        </p:nvSpPr>
        <p:spPr>
          <a:xfrm>
            <a:off x="1564822" y="4998297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0091E0C-C399-2DB5-7B67-5B115752752E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D140F5CC-D1CB-6703-B72D-C8628E861618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1C5A246-23C8-14A4-1689-310DFB17AD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2A1C65A3-6AA1-8213-F1D8-28FA731B62DD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46D2239-834C-4E45-EACE-28236D44A703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6F946FB-DF47-7FE8-0011-5D50B12BB8C0}"/>
              </a:ext>
            </a:extLst>
          </p:cNvPr>
          <p:cNvCxnSpPr>
            <a:cxnSpLocks/>
            <a:stCxn id="24" idx="0"/>
            <a:endCxn id="36" idx="4"/>
          </p:cNvCxnSpPr>
          <p:nvPr/>
        </p:nvCxnSpPr>
        <p:spPr>
          <a:xfrm flipV="1">
            <a:off x="8418188" y="2489995"/>
            <a:ext cx="0" cy="2875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AB84D91-97C0-ABA5-5449-44E08060D61A}"/>
              </a:ext>
            </a:extLst>
          </p:cNvPr>
          <p:cNvCxnSpPr>
            <a:cxnSpLocks/>
          </p:cNvCxnSpPr>
          <p:nvPr/>
        </p:nvCxnSpPr>
        <p:spPr>
          <a:xfrm flipH="1">
            <a:off x="4691974" y="2419177"/>
            <a:ext cx="37262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11329446-38AF-6EA1-CE87-C4EA32086BD2}"/>
              </a:ext>
            </a:extLst>
          </p:cNvPr>
          <p:cNvCxnSpPr>
            <a:cxnSpLocks/>
          </p:cNvCxnSpPr>
          <p:nvPr/>
        </p:nvCxnSpPr>
        <p:spPr>
          <a:xfrm flipV="1">
            <a:off x="4691974" y="2193943"/>
            <a:ext cx="0" cy="22523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F1713975-AF27-AAE3-AF0A-8545023A7C18}"/>
              </a:ext>
            </a:extLst>
          </p:cNvPr>
          <p:cNvSpPr/>
          <p:nvPr/>
        </p:nvSpPr>
        <p:spPr>
          <a:xfrm>
            <a:off x="8360310" y="2374239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4793D9C-8B48-13D4-E7F2-89F6E1316E24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E48181D-6648-03ED-A0F6-1FB0506EE6E7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811</a:t>
            </a:r>
            <a:endParaRPr lang="zh-TW" altLang="en-US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83EA400-541C-CE1F-A961-109B454A7704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812</a:t>
            </a:r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59C2A05F-31DF-60FE-398D-3EB78F06CA20}"/>
              </a:ext>
            </a:extLst>
          </p:cNvPr>
          <p:cNvSpPr txBox="1"/>
          <p:nvPr/>
        </p:nvSpPr>
        <p:spPr>
          <a:xfrm>
            <a:off x="1252239" y="8915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813</a:t>
            </a:r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B742479B-11D5-07E7-3E02-0223AF682CBD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908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44D1B7A-5636-8E8E-F167-FA2C5C338949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907</a:t>
            </a:r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ADE1FC6-D617-7D4B-A3F8-312D6C360F14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906</a:t>
            </a:r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6B3B6AC4-17B0-061A-E781-6639D5511C08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910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1B6E52D-8117-69FC-7809-A4A291A12AC1}"/>
              </a:ext>
            </a:extLst>
          </p:cNvPr>
          <p:cNvSpPr txBox="1"/>
          <p:nvPr/>
        </p:nvSpPr>
        <p:spPr>
          <a:xfrm>
            <a:off x="7678911" y="177691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305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677D0A9-F299-A704-42AB-18F66E78B489}"/>
              </a:ext>
            </a:extLst>
          </p:cNvPr>
          <p:cNvSpPr/>
          <p:nvPr/>
        </p:nvSpPr>
        <p:spPr>
          <a:xfrm rot="16200000">
            <a:off x="2033657" y="4398892"/>
            <a:ext cx="631771" cy="1537364"/>
          </a:xfrm>
          <a:prstGeom prst="rect">
            <a:avLst/>
          </a:prstGeom>
          <a:solidFill>
            <a:srgbClr val="FFF2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455062" y="301189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C</a:t>
            </a:r>
            <a:r>
              <a:rPr lang="zh-TW" altLang="en-US" sz="4000" dirty="0"/>
              <a:t>棟</a:t>
            </a:r>
            <a:r>
              <a:rPr lang="en-US" altLang="zh-TW" sz="4000" dirty="0"/>
              <a:t>4F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2DC98-DB74-6DC7-0D9E-A8DD4735B33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908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2515F7-D1B6-14D0-198C-859BBDFFF8A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907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C16CD5-9D83-FB6C-283C-DFC6312B5599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906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A7BAE7-D9EC-4B42-81FF-5304B0AAA2A2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910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527FB3-8A97-D7C6-B7F0-A8C4D2410FBB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710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8B96FB3-181F-8120-F28C-0F9862B867CB}"/>
              </a:ext>
            </a:extLst>
          </p:cNvPr>
          <p:cNvSpPr txBox="1"/>
          <p:nvPr/>
        </p:nvSpPr>
        <p:spPr>
          <a:xfrm>
            <a:off x="4943517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714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4EB6C75-AC33-A441-B034-2F0C1E375CF5}"/>
              </a:ext>
            </a:extLst>
          </p:cNvPr>
          <p:cNvSpPr txBox="1"/>
          <p:nvPr/>
        </p:nvSpPr>
        <p:spPr>
          <a:xfrm>
            <a:off x="220801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811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2C11F53-5CD9-7759-8D0B-8D8BDBDE8A73}"/>
              </a:ext>
            </a:extLst>
          </p:cNvPr>
          <p:cNvSpPr txBox="1"/>
          <p:nvPr/>
        </p:nvSpPr>
        <p:spPr>
          <a:xfrm>
            <a:off x="3963758" y="87628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711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125CF72-2313-CF4D-44FA-4F2DFE1C094A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712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8232642-3E48-F9A7-0E66-7AD51D6B9CA5}"/>
              </a:ext>
            </a:extLst>
          </p:cNvPr>
          <p:cNvSpPr txBox="1"/>
          <p:nvPr/>
        </p:nvSpPr>
        <p:spPr>
          <a:xfrm>
            <a:off x="1252239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812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BFFB546-9D98-085D-83B9-16360041A251}"/>
              </a:ext>
            </a:extLst>
          </p:cNvPr>
          <p:cNvSpPr txBox="1"/>
          <p:nvPr/>
        </p:nvSpPr>
        <p:spPr>
          <a:xfrm>
            <a:off x="1252239" y="8915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813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239CED2-82EF-88C3-7A1B-EB568951A58E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</a:rPr>
              <a:t>814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6CC0F9-9C0D-E3A7-94E2-2DEAE5FDC6F5}"/>
              </a:ext>
            </a:extLst>
          </p:cNvPr>
          <p:cNvSpPr txBox="1"/>
          <p:nvPr/>
        </p:nvSpPr>
        <p:spPr>
          <a:xfrm>
            <a:off x="7678911" y="134203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909</a:t>
            </a:r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087C9AC2-1EE1-B43B-3AD7-F560B9D76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635" y="2193943"/>
            <a:ext cx="360000" cy="360000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090F1B2B-6E7B-5C3F-A838-FFFDA81388D1}"/>
              </a:ext>
            </a:extLst>
          </p:cNvPr>
          <p:cNvSpPr txBox="1">
            <a:spLocks/>
          </p:cNvSpPr>
          <p:nvPr/>
        </p:nvSpPr>
        <p:spPr>
          <a:xfrm>
            <a:off x="1564822" y="4998297"/>
            <a:ext cx="999178" cy="338554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連接走廊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0091E0C-C399-2DB5-7B67-5B115752752E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D140F5CC-D1CB-6703-B72D-C8628E861618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6A7625C-1490-CF29-6CB5-FC330EBE12A8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A88AE54C-1845-CD24-1E47-DF1B7BCAAD07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301E5A2-FC7A-0777-2A76-76743D5AA359}"/>
              </a:ext>
            </a:extLst>
          </p:cNvPr>
          <p:cNvCxnSpPr>
            <a:cxnSpLocks/>
            <a:stCxn id="22" idx="0"/>
            <a:endCxn id="33" idx="4"/>
          </p:cNvCxnSpPr>
          <p:nvPr/>
        </p:nvCxnSpPr>
        <p:spPr>
          <a:xfrm flipV="1">
            <a:off x="8418188" y="2489995"/>
            <a:ext cx="0" cy="2875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684A9A2-48EB-11E0-5962-F00860BD89D6}"/>
              </a:ext>
            </a:extLst>
          </p:cNvPr>
          <p:cNvCxnSpPr>
            <a:cxnSpLocks/>
          </p:cNvCxnSpPr>
          <p:nvPr/>
        </p:nvCxnSpPr>
        <p:spPr>
          <a:xfrm flipH="1">
            <a:off x="1987794" y="2419177"/>
            <a:ext cx="64303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0E64164-D7DA-E643-627B-F8307A00EA9B}"/>
              </a:ext>
            </a:extLst>
          </p:cNvPr>
          <p:cNvCxnSpPr>
            <a:cxnSpLocks/>
          </p:cNvCxnSpPr>
          <p:nvPr/>
        </p:nvCxnSpPr>
        <p:spPr>
          <a:xfrm flipV="1">
            <a:off x="1987794" y="2206883"/>
            <a:ext cx="0" cy="22523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1FBBBEE4-0FE6-1A24-B6A5-0782E2951543}"/>
              </a:ext>
            </a:extLst>
          </p:cNvPr>
          <p:cNvSpPr/>
          <p:nvPr/>
        </p:nvSpPr>
        <p:spPr>
          <a:xfrm>
            <a:off x="8360310" y="2374239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2083366-3269-9C47-3C66-B98D380239A2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2665AA4-ACB4-35FC-DD8C-83F250540A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2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366216" y="301189"/>
            <a:ext cx="1489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A</a:t>
            </a:r>
            <a:r>
              <a:rPr lang="zh-TW" altLang="en-US" sz="4000" dirty="0"/>
              <a:t>棟</a:t>
            </a:r>
            <a:r>
              <a:rPr lang="en-US" altLang="zh-TW" sz="4000" dirty="0"/>
              <a:t>5F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2DC98-DB74-6DC7-0D9E-A8DD4735B33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903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2515F7-D1B6-14D0-198C-859BBDFFF8A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902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C16CD5-9D83-FB6C-283C-DFC6312B5599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901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A7BAE7-D9EC-4B42-81FF-5304B0AAA2A2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905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527FB3-8A97-D7C6-B7F0-A8C4D2410FBB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713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125CF72-2313-CF4D-44FA-4F2DFE1C094A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715</a:t>
            </a:r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BFFB546-9D98-085D-83B9-16360041A251}"/>
              </a:ext>
            </a:extLst>
          </p:cNvPr>
          <p:cNvSpPr txBox="1"/>
          <p:nvPr/>
        </p:nvSpPr>
        <p:spPr>
          <a:xfrm>
            <a:off x="1252239" y="89234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815</a:t>
            </a:r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239CED2-82EF-88C3-7A1B-EB568951A58E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816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6CC0F9-9C0D-E3A7-94E2-2DEAE5FDC6F5}"/>
              </a:ext>
            </a:extLst>
          </p:cNvPr>
          <p:cNvSpPr txBox="1"/>
          <p:nvPr/>
        </p:nvSpPr>
        <p:spPr>
          <a:xfrm>
            <a:off x="7701350" y="179556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904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33C173A5-4E78-7220-9876-6D7A36DF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291" y="2202444"/>
            <a:ext cx="360000" cy="360000"/>
          </a:xfrm>
          <a:prstGeom prst="rect">
            <a:avLst/>
          </a:prstGeom>
        </p:spPr>
      </p:pic>
      <p:sp>
        <p:nvSpPr>
          <p:cNvPr id="35" name="橢圓 34">
            <a:extLst>
              <a:ext uri="{FF2B5EF4-FFF2-40B4-BE49-F238E27FC236}">
                <a16:creationId xmlns:a16="http://schemas.microsoft.com/office/drawing/2014/main" id="{06A69172-9214-EF23-910F-DD0C254B6CAD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7DED8A4-597A-0E43-1E79-D5B89A8A748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B6768D6-9DD4-10E8-1B81-ECCDE93142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044D2F95-6686-E777-78B9-8D4C87A2D286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F4B0509B-1434-15FD-D4D8-3A227D455829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4FA822CA-1059-0350-4F86-8DB5BF911125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8418188" y="2529772"/>
            <a:ext cx="0" cy="28355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68268985-EE27-60F5-0063-74F9A188EF67}"/>
              </a:ext>
            </a:extLst>
          </p:cNvPr>
          <p:cNvCxnSpPr>
            <a:cxnSpLocks/>
          </p:cNvCxnSpPr>
          <p:nvPr/>
        </p:nvCxnSpPr>
        <p:spPr>
          <a:xfrm flipH="1">
            <a:off x="7487425" y="2419177"/>
            <a:ext cx="9307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E93ABB54-F34B-7A99-F465-5864D6F86DD3}"/>
              </a:ext>
            </a:extLst>
          </p:cNvPr>
          <p:cNvCxnSpPr>
            <a:cxnSpLocks/>
          </p:cNvCxnSpPr>
          <p:nvPr/>
        </p:nvCxnSpPr>
        <p:spPr>
          <a:xfrm flipV="1">
            <a:off x="7487425" y="2193943"/>
            <a:ext cx="0" cy="22523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DD9556F4-129F-5A0D-A86A-8C61F8362BD3}"/>
              </a:ext>
            </a:extLst>
          </p:cNvPr>
          <p:cNvSpPr/>
          <p:nvPr/>
        </p:nvSpPr>
        <p:spPr>
          <a:xfrm>
            <a:off x="8360310" y="2374239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073349E-22F6-AA03-09D2-BC30C4315ECC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7721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366216" y="301189"/>
            <a:ext cx="14718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B</a:t>
            </a:r>
            <a:r>
              <a:rPr lang="zh-TW" altLang="en-US" sz="4000" dirty="0"/>
              <a:t>棟</a:t>
            </a:r>
            <a:r>
              <a:rPr lang="en-US" altLang="zh-TW" sz="4000" dirty="0"/>
              <a:t>5F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2DC98-DB74-6DC7-0D9E-A8DD4735B33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903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2515F7-D1B6-14D0-198C-859BBDFFF8A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902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C16CD5-9D83-FB6C-283C-DFC6312B5599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901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A7BAE7-D9EC-4B42-81FF-5304B0AAA2A2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905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527FB3-8A97-D7C6-B7F0-A8C4D2410FBB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713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125CF72-2313-CF4D-44FA-4F2DFE1C094A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715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BFFB546-9D98-085D-83B9-16360041A251}"/>
              </a:ext>
            </a:extLst>
          </p:cNvPr>
          <p:cNvSpPr txBox="1"/>
          <p:nvPr/>
        </p:nvSpPr>
        <p:spPr>
          <a:xfrm>
            <a:off x="1252239" y="89234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815</a:t>
            </a:r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239CED2-82EF-88C3-7A1B-EB568951A58E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816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6CC0F9-9C0D-E3A7-94E2-2DEAE5FDC6F5}"/>
              </a:ext>
            </a:extLst>
          </p:cNvPr>
          <p:cNvSpPr txBox="1"/>
          <p:nvPr/>
        </p:nvSpPr>
        <p:spPr>
          <a:xfrm>
            <a:off x="7701350" y="179556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904</a:t>
            </a:r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06A69172-9214-EF23-910F-DD0C254B6CAD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7DED8A4-597A-0E43-1E79-D5B89A8A748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F29BD33-CE85-334D-4781-E8F021809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0CFD44B0-F22E-BEAE-6457-5D876261D2D7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F5F427DD-65A2-F13C-8FD8-80CA9D70F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000" y="2202444"/>
            <a:ext cx="360000" cy="360000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F6557D54-4898-25ED-F307-A6C9B699847A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EFC8EE27-CC13-60EE-66A9-BF7499D7EE02}"/>
              </a:ext>
            </a:extLst>
          </p:cNvPr>
          <p:cNvCxnSpPr>
            <a:cxnSpLocks/>
            <a:stCxn id="28" idx="0"/>
            <a:endCxn id="37" idx="4"/>
          </p:cNvCxnSpPr>
          <p:nvPr/>
        </p:nvCxnSpPr>
        <p:spPr>
          <a:xfrm flipV="1">
            <a:off x="8418188" y="2489995"/>
            <a:ext cx="0" cy="2875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47CA0EF-1344-2AF8-2E2E-B5CEB045CB72}"/>
              </a:ext>
            </a:extLst>
          </p:cNvPr>
          <p:cNvCxnSpPr>
            <a:cxnSpLocks/>
          </p:cNvCxnSpPr>
          <p:nvPr/>
        </p:nvCxnSpPr>
        <p:spPr>
          <a:xfrm flipH="1">
            <a:off x="4691974" y="2419177"/>
            <a:ext cx="37262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20C7316-9645-676A-27C6-E11D42209B7C}"/>
              </a:ext>
            </a:extLst>
          </p:cNvPr>
          <p:cNvCxnSpPr>
            <a:cxnSpLocks/>
          </p:cNvCxnSpPr>
          <p:nvPr/>
        </p:nvCxnSpPr>
        <p:spPr>
          <a:xfrm flipV="1">
            <a:off x="4691974" y="2193943"/>
            <a:ext cx="0" cy="22523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B3994B19-C5E2-94AC-C768-2C4B24BC2268}"/>
              </a:ext>
            </a:extLst>
          </p:cNvPr>
          <p:cNvSpPr/>
          <p:nvPr/>
        </p:nvSpPr>
        <p:spPr>
          <a:xfrm>
            <a:off x="8360310" y="2374239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E4C1B5F-EFC6-1CBD-4C7B-96530FAB65AA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543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>
            <a:extLst>
              <a:ext uri="{FF2B5EF4-FFF2-40B4-BE49-F238E27FC236}">
                <a16:creationId xmlns:a16="http://schemas.microsoft.com/office/drawing/2014/main" id="{F13190AC-33B7-3946-FBB6-41BE765A98F1}"/>
              </a:ext>
            </a:extLst>
          </p:cNvPr>
          <p:cNvSpPr>
            <a:spLocks/>
          </p:cNvSpPr>
          <p:nvPr/>
        </p:nvSpPr>
        <p:spPr>
          <a:xfrm>
            <a:off x="5167309" y="4159730"/>
            <a:ext cx="1291900" cy="114795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11B8D38-0903-5594-BC87-ACA59B727213}"/>
              </a:ext>
            </a:extLst>
          </p:cNvPr>
          <p:cNvGrpSpPr/>
          <p:nvPr/>
        </p:nvGrpSpPr>
        <p:grpSpPr>
          <a:xfrm>
            <a:off x="291792" y="3096238"/>
            <a:ext cx="1291900" cy="3129939"/>
            <a:chOff x="467814" y="3159618"/>
            <a:chExt cx="1291900" cy="312993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4AD44-68B7-488E-19D7-4E3A7BDAA2E1}"/>
                </a:ext>
              </a:extLst>
            </p:cNvPr>
            <p:cNvSpPr>
              <a:spLocks/>
            </p:cNvSpPr>
            <p:nvPr/>
          </p:nvSpPr>
          <p:spPr>
            <a:xfrm>
              <a:off x="467814" y="3159618"/>
              <a:ext cx="1291900" cy="312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AC171CB-8D3F-2D9A-2AB0-ABE5B1E9C118}"/>
                </a:ext>
              </a:extLst>
            </p:cNvPr>
            <p:cNvSpPr txBox="1">
              <a:spLocks/>
            </p:cNvSpPr>
            <p:nvPr/>
          </p:nvSpPr>
          <p:spPr>
            <a:xfrm>
              <a:off x="865061" y="3323665"/>
              <a:ext cx="492443" cy="26776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dist"/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樓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2DF2E0-0532-56D5-602F-75A806C2362F}"/>
              </a:ext>
            </a:extLst>
          </p:cNvPr>
          <p:cNvGrpSpPr/>
          <p:nvPr/>
        </p:nvGrpSpPr>
        <p:grpSpPr>
          <a:xfrm>
            <a:off x="212691" y="1114989"/>
            <a:ext cx="903286" cy="815789"/>
            <a:chOff x="388713" y="1178369"/>
            <a:chExt cx="903286" cy="815789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0DD5F66D-B789-C669-AF67-DF098C819085}"/>
                </a:ext>
              </a:extLst>
            </p:cNvPr>
            <p:cNvSpPr>
              <a:spLocks/>
            </p:cNvSpPr>
            <p:nvPr/>
          </p:nvSpPr>
          <p:spPr>
            <a:xfrm>
              <a:off x="388713" y="1178369"/>
              <a:ext cx="903286" cy="8157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E51B8DC-FB68-6B2C-43F9-AD396717C9AF}"/>
                </a:ext>
              </a:extLst>
            </p:cNvPr>
            <p:cNvSpPr txBox="1">
              <a:spLocks/>
            </p:cNvSpPr>
            <p:nvPr/>
          </p:nvSpPr>
          <p:spPr>
            <a:xfrm>
              <a:off x="431044" y="1443028"/>
              <a:ext cx="80021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八角亭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83C2A0FC-94DD-6969-F6B3-D9CC1A4D9E53}"/>
              </a:ext>
            </a:extLst>
          </p:cNvPr>
          <p:cNvSpPr>
            <a:spLocks/>
          </p:cNvSpPr>
          <p:nvPr/>
        </p:nvSpPr>
        <p:spPr>
          <a:xfrm>
            <a:off x="293381" y="2170019"/>
            <a:ext cx="8841645" cy="934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E8654E7-9CFD-F337-15CB-3C3590F1E9AB}"/>
              </a:ext>
            </a:extLst>
          </p:cNvPr>
          <p:cNvSpPr txBox="1">
            <a:spLocks/>
          </p:cNvSpPr>
          <p:nvPr/>
        </p:nvSpPr>
        <p:spPr>
          <a:xfrm>
            <a:off x="5336205" y="453999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圖書館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05DD26-1D44-3F4B-36F6-EFBEE01A3F25}"/>
              </a:ext>
            </a:extLst>
          </p:cNvPr>
          <p:cNvSpPr>
            <a:spLocks/>
          </p:cNvSpPr>
          <p:nvPr/>
        </p:nvSpPr>
        <p:spPr>
          <a:xfrm>
            <a:off x="400760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5987205-5C2B-4E2A-7088-E58866CE953E}"/>
              </a:ext>
            </a:extLst>
          </p:cNvPr>
          <p:cNvGrpSpPr/>
          <p:nvPr/>
        </p:nvGrpSpPr>
        <p:grpSpPr>
          <a:xfrm>
            <a:off x="6750632" y="157436"/>
            <a:ext cx="1433676" cy="2005596"/>
            <a:chOff x="6920278" y="220816"/>
            <a:chExt cx="1433676" cy="200559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9FCD5A4-02B7-3871-96BD-77BB30695030}"/>
                </a:ext>
              </a:extLst>
            </p:cNvPr>
            <p:cNvSpPr>
              <a:spLocks/>
            </p:cNvSpPr>
            <p:nvPr/>
          </p:nvSpPr>
          <p:spPr>
            <a:xfrm>
              <a:off x="6920278" y="220816"/>
              <a:ext cx="1433676" cy="20055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7F5BFA3-3348-B1DA-1003-A2339F7AFC2E}"/>
                </a:ext>
              </a:extLst>
            </p:cNvPr>
            <p:cNvSpPr txBox="1">
              <a:spLocks/>
            </p:cNvSpPr>
            <p:nvPr/>
          </p:nvSpPr>
          <p:spPr>
            <a:xfrm>
              <a:off x="7429850" y="531813"/>
              <a:ext cx="4411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</a:t>
              </a: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棟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九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級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B50D413-EEA7-E39C-78B5-5BD5953DEF84}"/>
              </a:ext>
            </a:extLst>
          </p:cNvPr>
          <p:cNvSpPr>
            <a:spLocks/>
          </p:cNvSpPr>
          <p:nvPr/>
        </p:nvSpPr>
        <p:spPr>
          <a:xfrm>
            <a:off x="1270956" y="157436"/>
            <a:ext cx="1433676" cy="2005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38FB68B-DDEB-A93E-5337-B19EE909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314" y="1881005"/>
            <a:ext cx="288000" cy="288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EFCF64B9-FF69-28EF-9DEA-1077D4E6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793" y="147467"/>
            <a:ext cx="288000" cy="288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09F927BD-82B8-77C1-F610-79EB02FE7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59" y="147467"/>
            <a:ext cx="288000" cy="2880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76424D9-1A92-654B-EE47-7908062D8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09" y="157189"/>
            <a:ext cx="288000" cy="288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5F0B349-BEAA-32A4-1413-312E72F222DA}"/>
              </a:ext>
            </a:extLst>
          </p:cNvPr>
          <p:cNvGrpSpPr/>
          <p:nvPr/>
        </p:nvGrpSpPr>
        <p:grpSpPr>
          <a:xfrm>
            <a:off x="10509537" y="5544940"/>
            <a:ext cx="441146" cy="1182226"/>
            <a:chOff x="8642809" y="5371838"/>
            <a:chExt cx="441146" cy="118222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577D024B-C800-7B17-9B95-CAD22A5ED018}"/>
                </a:ext>
              </a:extLst>
            </p:cNvPr>
            <p:cNvSpPr>
              <a:spLocks/>
            </p:cNvSpPr>
            <p:nvPr/>
          </p:nvSpPr>
          <p:spPr>
            <a:xfrm>
              <a:off x="8716690" y="5371838"/>
              <a:ext cx="293384" cy="118222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4A648DD-8CDA-B24B-E17E-928C4FA24800}"/>
                </a:ext>
              </a:extLst>
            </p:cNvPr>
            <p:cNvSpPr txBox="1">
              <a:spLocks/>
            </p:cNvSpPr>
            <p:nvPr/>
          </p:nvSpPr>
          <p:spPr>
            <a:xfrm>
              <a:off x="8642809" y="5583722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校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endPara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C0371B7-B22A-FCA3-1729-DBC559A9E237}"/>
              </a:ext>
            </a:extLst>
          </p:cNvPr>
          <p:cNvSpPr txBox="1"/>
          <p:nvPr/>
        </p:nvSpPr>
        <p:spPr>
          <a:xfrm>
            <a:off x="10366216" y="301189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C</a:t>
            </a:r>
            <a:r>
              <a:rPr lang="zh-TW" altLang="en-US" sz="4000" dirty="0"/>
              <a:t>棟</a:t>
            </a:r>
            <a:r>
              <a:rPr lang="en-US" altLang="zh-TW" sz="4000" dirty="0"/>
              <a:t>5F</a:t>
            </a:r>
            <a:endParaRPr lang="zh-TW" altLang="en-US" sz="4000" dirty="0"/>
          </a:p>
        </p:txBody>
      </p:sp>
      <p:pic>
        <p:nvPicPr>
          <p:cNvPr id="61" name="圖形 60">
            <a:extLst>
              <a:ext uri="{FF2B5EF4-FFF2-40B4-BE49-F238E27FC236}">
                <a16:creationId xmlns:a16="http://schemas.microsoft.com/office/drawing/2014/main" id="{FCE671D7-9FEC-7ADF-5289-CBDF944E6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204" y="4425135"/>
            <a:ext cx="360000" cy="36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F0E4ED-BA6B-7911-420F-9F27B1FCB52C}"/>
              </a:ext>
            </a:extLst>
          </p:cNvPr>
          <p:cNvSpPr>
            <a:spLocks/>
          </p:cNvSpPr>
          <p:nvPr/>
        </p:nvSpPr>
        <p:spPr>
          <a:xfrm>
            <a:off x="7701350" y="3104947"/>
            <a:ext cx="1433676" cy="2448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F7BE107-D07E-2C3B-43B7-6810752C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1884694"/>
            <a:ext cx="288000" cy="28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98B3BE7-ACB0-1748-902B-91BF98480A5B}"/>
              </a:ext>
            </a:extLst>
          </p:cNvPr>
          <p:cNvSpPr txBox="1">
            <a:spLocks/>
          </p:cNvSpPr>
          <p:nvPr/>
        </p:nvSpPr>
        <p:spPr>
          <a:xfrm>
            <a:off x="4444815" y="457178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9B7B1C-53CC-6755-4780-066E5B9EF6F6}"/>
              </a:ext>
            </a:extLst>
          </p:cNvPr>
          <p:cNvSpPr txBox="1">
            <a:spLocks/>
          </p:cNvSpPr>
          <p:nvPr/>
        </p:nvSpPr>
        <p:spPr>
          <a:xfrm>
            <a:off x="1736938" y="478679"/>
            <a:ext cx="441146" cy="16312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棟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2DC98-DB74-6DC7-0D9E-A8DD4735B336}"/>
              </a:ext>
            </a:extLst>
          </p:cNvPr>
          <p:cNvSpPr txBox="1"/>
          <p:nvPr/>
        </p:nvSpPr>
        <p:spPr>
          <a:xfrm>
            <a:off x="6732106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903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2515F7-D1B6-14D0-198C-859BBDFFF8A2}"/>
              </a:ext>
            </a:extLst>
          </p:cNvPr>
          <p:cNvSpPr txBox="1"/>
          <p:nvPr/>
        </p:nvSpPr>
        <p:spPr>
          <a:xfrm>
            <a:off x="6734914" y="890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902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C16CD5-9D83-FB6C-283C-DFC6312B5599}"/>
              </a:ext>
            </a:extLst>
          </p:cNvPr>
          <p:cNvSpPr txBox="1"/>
          <p:nvPr/>
        </p:nvSpPr>
        <p:spPr>
          <a:xfrm>
            <a:off x="6732106" y="13290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901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A7BAE7-D9EC-4B42-81FF-5304B0AAA2A2}"/>
              </a:ext>
            </a:extLst>
          </p:cNvPr>
          <p:cNvSpPr txBox="1"/>
          <p:nvPr/>
        </p:nvSpPr>
        <p:spPr>
          <a:xfrm>
            <a:off x="7711865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905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527FB3-8A97-D7C6-B7F0-A8C4D2410FBB}"/>
              </a:ext>
            </a:extLst>
          </p:cNvPr>
          <p:cNvSpPr txBox="1"/>
          <p:nvPr/>
        </p:nvSpPr>
        <p:spPr>
          <a:xfrm>
            <a:off x="3963758" y="45237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713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125CF72-2313-CF4D-44FA-4F2DFE1C094A}"/>
              </a:ext>
            </a:extLst>
          </p:cNvPr>
          <p:cNvSpPr txBox="1"/>
          <p:nvPr/>
        </p:nvSpPr>
        <p:spPr>
          <a:xfrm>
            <a:off x="3963758" y="131461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715</a:t>
            </a:r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BFFB546-9D98-085D-83B9-16360041A251}"/>
              </a:ext>
            </a:extLst>
          </p:cNvPr>
          <p:cNvSpPr txBox="1"/>
          <p:nvPr/>
        </p:nvSpPr>
        <p:spPr>
          <a:xfrm>
            <a:off x="1252239" y="89234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815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239CED2-82EF-88C3-7A1B-EB568951A58E}"/>
              </a:ext>
            </a:extLst>
          </p:cNvPr>
          <p:cNvSpPr txBox="1"/>
          <p:nvPr/>
        </p:nvSpPr>
        <p:spPr>
          <a:xfrm>
            <a:off x="1252239" y="133067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816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6CC0F9-9C0D-E3A7-94E2-2DEAE5FDC6F5}"/>
              </a:ext>
            </a:extLst>
          </p:cNvPr>
          <p:cNvSpPr txBox="1"/>
          <p:nvPr/>
        </p:nvSpPr>
        <p:spPr>
          <a:xfrm>
            <a:off x="7701350" y="179556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904</a:t>
            </a:r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06A69172-9214-EF23-910F-DD0C254B6CAD}"/>
              </a:ext>
            </a:extLst>
          </p:cNvPr>
          <p:cNvSpPr>
            <a:spLocks/>
          </p:cNvSpPr>
          <p:nvPr/>
        </p:nvSpPr>
        <p:spPr>
          <a:xfrm>
            <a:off x="2488502" y="4785135"/>
            <a:ext cx="1644696" cy="14614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7DED8A4-597A-0E43-1E79-D5B89A8A748E}"/>
              </a:ext>
            </a:extLst>
          </p:cNvPr>
          <p:cNvSpPr txBox="1">
            <a:spLocks/>
          </p:cNvSpPr>
          <p:nvPr/>
        </p:nvSpPr>
        <p:spPr>
          <a:xfrm>
            <a:off x="2840923" y="5283904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演藝廳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3A1E264-9D85-54E2-44EC-2721B7E372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5" y="2899721"/>
            <a:ext cx="797518" cy="44422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6A471EA3-6C48-2F47-834E-00EF2D58F804}"/>
              </a:ext>
            </a:extLst>
          </p:cNvPr>
          <p:cNvSpPr txBox="1">
            <a:spLocks/>
          </p:cNvSpPr>
          <p:nvPr/>
        </p:nvSpPr>
        <p:spPr>
          <a:xfrm>
            <a:off x="2053301" y="2635612"/>
            <a:ext cx="5288801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 央  走  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DD9A0300-A6A5-E1D8-CFA4-6EEA95D362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635" y="2193943"/>
            <a:ext cx="360000" cy="360000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957F448D-1CE9-C7B2-F83A-1FF385567459}"/>
              </a:ext>
            </a:extLst>
          </p:cNvPr>
          <p:cNvSpPr/>
          <p:nvPr/>
        </p:nvSpPr>
        <p:spPr>
          <a:xfrm>
            <a:off x="8271496" y="5365323"/>
            <a:ext cx="293384" cy="258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華康粗黑體" panose="020B0709000000000000" pitchFamily="49" charset="-120"/>
                <a:ea typeface="華康粗黑體" panose="020B0709000000000000" pitchFamily="49" charset="-120"/>
              </a:rPr>
              <a:t>起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ABFF2C5-FAF0-BD57-9F08-E754CCFC5B91}"/>
              </a:ext>
            </a:extLst>
          </p:cNvPr>
          <p:cNvCxnSpPr>
            <a:cxnSpLocks/>
            <a:stCxn id="28" idx="0"/>
            <a:endCxn id="37" idx="4"/>
          </p:cNvCxnSpPr>
          <p:nvPr/>
        </p:nvCxnSpPr>
        <p:spPr>
          <a:xfrm flipV="1">
            <a:off x="8418188" y="2489995"/>
            <a:ext cx="0" cy="2875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2392B28-EB96-DA43-0689-E2846D411E14}"/>
              </a:ext>
            </a:extLst>
          </p:cNvPr>
          <p:cNvCxnSpPr>
            <a:cxnSpLocks/>
          </p:cNvCxnSpPr>
          <p:nvPr/>
        </p:nvCxnSpPr>
        <p:spPr>
          <a:xfrm flipH="1">
            <a:off x="1987794" y="2419177"/>
            <a:ext cx="64303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1A8B7674-ED76-BEAB-F6B7-9F8C39C6F84C}"/>
              </a:ext>
            </a:extLst>
          </p:cNvPr>
          <p:cNvCxnSpPr>
            <a:cxnSpLocks/>
          </p:cNvCxnSpPr>
          <p:nvPr/>
        </p:nvCxnSpPr>
        <p:spPr>
          <a:xfrm flipV="1">
            <a:off x="1987794" y="2206883"/>
            <a:ext cx="0" cy="22523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1030D787-80C6-C830-AF75-030A1FA1BC3F}"/>
              </a:ext>
            </a:extLst>
          </p:cNvPr>
          <p:cNvSpPr/>
          <p:nvPr/>
        </p:nvSpPr>
        <p:spPr>
          <a:xfrm>
            <a:off x="8360310" y="2374239"/>
            <a:ext cx="115756" cy="1157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5E38AB5-BF68-9550-9233-FE1011850A27}"/>
              </a:ext>
            </a:extLst>
          </p:cNvPr>
          <p:cNvSpPr txBox="1">
            <a:spLocks/>
          </p:cNvSpPr>
          <p:nvPr/>
        </p:nvSpPr>
        <p:spPr>
          <a:xfrm>
            <a:off x="8530386" y="3597914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71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685</Words>
  <Application>Microsoft Office PowerPoint</Application>
  <PresentationFormat>寬螢幕</PresentationFormat>
  <Paragraphs>610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Microsoft JhengHei Light</vt:lpstr>
      <vt:lpstr>華康粗黑體</vt:lpstr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石文怡</cp:lastModifiedBy>
  <cp:revision>43</cp:revision>
  <cp:lastPrinted>2022-08-19T07:29:57Z</cp:lastPrinted>
  <dcterms:created xsi:type="dcterms:W3CDTF">2022-08-19T06:15:21Z</dcterms:created>
  <dcterms:modified xsi:type="dcterms:W3CDTF">2026-09-09T06:02:12Z</dcterms:modified>
</cp:coreProperties>
</file>